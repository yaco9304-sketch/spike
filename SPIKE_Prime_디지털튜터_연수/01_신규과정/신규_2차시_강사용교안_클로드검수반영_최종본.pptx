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b6ca19650214778" /><Relationship Type="http://schemas.openxmlformats.org/officeDocument/2006/relationships/extended-properties" Target="/docProps/app.xml" Id="R5ab9a77cb2fa4ff9" /><Relationship Type="http://schemas.openxmlformats.org/officeDocument/2006/relationships/officeDocument" Target="/ppt/presentation.xml" Id="Rafc46178643941f1" /></Relationships>
</file>

<file path=ppt/presentation.xml><?xml version="1.0" encoding="utf-8"?>
<p:presentation xmlns:p="http://schemas.openxmlformats.org/presentationml/2006/main">
  <p:sldMasterIdLst>
    <p:sldMasterId xmlns:r="http://schemas.openxmlformats.org/officeDocument/2006/relationships" id="2147483648" r:id="R77675f3fb6ac46a3"/>
  </p:sldMasterIdLst>
  <p:notesMasterIdLst>
    <p:notesMasterId xmlns:r="http://schemas.openxmlformats.org/officeDocument/2006/relationships" r:id="R8009c2801d224973"/>
  </p:notesMasterIdLst>
  <p:sldIdLst>
    <p:sldId xmlns:r="http://schemas.openxmlformats.org/officeDocument/2006/relationships" id="256" r:id="R0ffaf20dafa7480d"/>
    <p:sldId xmlns:r="http://schemas.openxmlformats.org/officeDocument/2006/relationships" id="257" r:id="Rf5e625cf324c4b0c"/>
    <p:sldId xmlns:r="http://schemas.openxmlformats.org/officeDocument/2006/relationships" id="258" r:id="R7cb8c2d266d64e83"/>
    <p:sldId xmlns:r="http://schemas.openxmlformats.org/officeDocument/2006/relationships" id="259" r:id="Rd2a138b955814d7c"/>
    <p:sldId xmlns:r="http://schemas.openxmlformats.org/officeDocument/2006/relationships" id="260" r:id="R007d59e50827488c"/>
    <p:sldId xmlns:r="http://schemas.openxmlformats.org/officeDocument/2006/relationships" id="261" r:id="Rbcb32d6afa324c3b"/>
    <p:sldId xmlns:r="http://schemas.openxmlformats.org/officeDocument/2006/relationships" id="262" r:id="R4a0e108f81f24f2a"/>
    <p:sldId xmlns:r="http://schemas.openxmlformats.org/officeDocument/2006/relationships" id="263" r:id="Rffb86229ce204876"/>
    <p:sldId xmlns:r="http://schemas.openxmlformats.org/officeDocument/2006/relationships" id="264" r:id="R0404673b409e4a42"/>
    <p:sldId xmlns:r="http://schemas.openxmlformats.org/officeDocument/2006/relationships" id="265" r:id="R27e0a62062ee4974"/>
    <p:sldId xmlns:r="http://schemas.openxmlformats.org/officeDocument/2006/relationships" id="266" r:id="Rff5e4282762f4254"/>
    <p:sldId xmlns:r="http://schemas.openxmlformats.org/officeDocument/2006/relationships" id="267" r:id="Rf7a9da1928d14a58"/>
    <p:sldId xmlns:r="http://schemas.openxmlformats.org/officeDocument/2006/relationships" id="268" r:id="Rc32e69eb6c134086"/>
    <p:sldId xmlns:r="http://schemas.openxmlformats.org/officeDocument/2006/relationships" id="269" r:id="Ra2aaf654d7204b16"/>
    <p:sldId xmlns:r="http://schemas.openxmlformats.org/officeDocument/2006/relationships" id="270" r:id="Rc25c53e34bcc4bea"/>
    <p:sldId xmlns:r="http://schemas.openxmlformats.org/officeDocument/2006/relationships" id="271" r:id="R687bb01be18045c7"/>
    <p:sldId xmlns:r="http://schemas.openxmlformats.org/officeDocument/2006/relationships" id="272" r:id="R1b8f411722144c57"/>
    <p:sldId xmlns:r="http://schemas.openxmlformats.org/officeDocument/2006/relationships" id="273" r:id="R8e46d06dddc74433"/>
    <p:sldId xmlns:r="http://schemas.openxmlformats.org/officeDocument/2006/relationships" id="274" r:id="R4c17632ffa9945ad"/>
    <p:sldId xmlns:r="http://schemas.openxmlformats.org/officeDocument/2006/relationships" id="275" r:id="R51c82f6b662a49a9"/>
    <p:sldId xmlns:r="http://schemas.openxmlformats.org/officeDocument/2006/relationships" id="276" r:id="R77ecc6d5759e4048"/>
    <p:sldId xmlns:r="http://schemas.openxmlformats.org/officeDocument/2006/relationships" id="277" r:id="R6c1c3a05b5684eee"/>
    <p:sldId xmlns:r="http://schemas.openxmlformats.org/officeDocument/2006/relationships" id="278" r:id="R4f9029f5b1a04d7b"/>
    <p:sldId xmlns:r="http://schemas.openxmlformats.org/officeDocument/2006/relationships" id="279" r:id="R9dc5d356f9d64932"/>
    <p:sldId xmlns:r="http://schemas.openxmlformats.org/officeDocument/2006/relationships" id="280" r:id="R7b535d64553e467e"/>
    <p:sldId xmlns:r="http://schemas.openxmlformats.org/officeDocument/2006/relationships" id="281" r:id="R4943003fd9a44fa2"/>
    <p:sldId xmlns:r="http://schemas.openxmlformats.org/officeDocument/2006/relationships" id="282" r:id="R1e1ac2660f634521"/>
    <p:sldId xmlns:r="http://schemas.openxmlformats.org/officeDocument/2006/relationships" id="283" r:id="Ra7ba413f5fe2459d"/>
    <p:sldId xmlns:r="http://schemas.openxmlformats.org/officeDocument/2006/relationships" id="284" r:id="Rf0df7753ff994395"/>
    <p:sldId xmlns:r="http://schemas.openxmlformats.org/officeDocument/2006/relationships" id="285" r:id="R25fec6252dde45df"/>
    <p:sldId xmlns:r="http://schemas.openxmlformats.org/officeDocument/2006/relationships" id="286" r:id="Rb21f2b23ea4d4b09"/>
    <p:sldId xmlns:r="http://schemas.openxmlformats.org/officeDocument/2006/relationships" id="287" r:id="Rd44e64d9398748b9"/>
    <p:sldId xmlns:r="http://schemas.openxmlformats.org/officeDocument/2006/relationships" id="288" r:id="R33e91545a8834fb6"/>
    <p:sldId xmlns:r="http://schemas.openxmlformats.org/officeDocument/2006/relationships" id="289" r:id="R5b97a3e1fb6445a6"/>
    <p:sldId xmlns:r="http://schemas.openxmlformats.org/officeDocument/2006/relationships" id="290" r:id="Rd988285ab8f14569"/>
    <p:sldId xmlns:r="http://schemas.openxmlformats.org/officeDocument/2006/relationships" id="291" r:id="Rff10a5f0e98a40e9"/>
    <p:sldId xmlns:r="http://schemas.openxmlformats.org/officeDocument/2006/relationships" id="292" r:id="Rf8e8c1d9176c4233"/>
    <p:sldId xmlns:r="http://schemas.openxmlformats.org/officeDocument/2006/relationships" id="293" r:id="R3c74d95a68cb4a44"/>
    <p:sldId xmlns:r="http://schemas.openxmlformats.org/officeDocument/2006/relationships" id="294" r:id="Rf7eb7c1c8dfa4fdd"/>
    <p:sldId xmlns:r="http://schemas.openxmlformats.org/officeDocument/2006/relationships" id="295" r:id="R931bc080fe8640b7"/>
    <p:sldId xmlns:r="http://schemas.openxmlformats.org/officeDocument/2006/relationships" id="296" r:id="Rb0b113d6d8674540"/>
  </p:sldIdLst>
  <p:sldSz cx="10691813" cy="7559675"/>
  <p:notesSz cx="6858000" cy="9144000"/>
  <p:defaultTextStyle>
    <a:defPPr xmlns:a="http://schemas.openxmlformats.org/drawingml/2006/main">
      <a:buNone/>
    </a:defPPr>
    <a:lvl1pPr xmlns:a="http://schemas.openxmlformats.org/drawingml/2006/main" marL="0" algn="l" defTabSz="457200">
      <a:buNone/>
      <a:defRPr sz="1800" kern="1200">
        <a:solidFill>
          <a:schemeClr val="tx1"/>
        </a:solidFill>
        <a:latin typeface="KoPubDotum"/>
        <a:ea typeface="KoPubDotum"/>
        <a:cs typeface="KoPubDotum"/>
      </a:defRPr>
    </a:lvl1pPr>
    <a:lvl2pPr xmlns:a="http://schemas.openxmlformats.org/drawingml/2006/main" marL="457200" algn="l" defTabSz="457200">
      <a:buNone/>
      <a:defRPr sz="1800" kern="1200">
        <a:solidFill>
          <a:schemeClr val="tx1"/>
        </a:solidFill>
        <a:latin typeface="KoPubDotum"/>
        <a:ea typeface="KoPubDotum"/>
        <a:cs typeface="KoPubDotum"/>
      </a:defRPr>
    </a:lvl2pPr>
    <a:lvl3pPr xmlns:a="http://schemas.openxmlformats.org/drawingml/2006/main" marL="914400" algn="l" defTabSz="457200">
      <a:buNone/>
      <a:defRPr sz="1800" kern="1200">
        <a:solidFill>
          <a:schemeClr val="tx1"/>
        </a:solidFill>
        <a:latin typeface="KoPubDotum"/>
        <a:ea typeface="KoPubDotum"/>
        <a:cs typeface="KoPubDotum"/>
      </a:defRPr>
    </a:lvl3pPr>
    <a:lvl4pPr xmlns:a="http://schemas.openxmlformats.org/drawingml/2006/main" marL="1371600" algn="l" defTabSz="457200">
      <a:buNone/>
      <a:defRPr sz="1800" kern="1200">
        <a:solidFill>
          <a:schemeClr val="tx1"/>
        </a:solidFill>
        <a:latin typeface="KoPubDotum"/>
        <a:ea typeface="KoPubDotum"/>
        <a:cs typeface="KoPubDotum"/>
      </a:defRPr>
    </a:lvl4pPr>
    <a:lvl5pPr xmlns:a="http://schemas.openxmlformats.org/drawingml/2006/main" marL="1828800" algn="l" defTabSz="457200">
      <a:buNone/>
      <a:defRPr sz="1800" kern="1200">
        <a:solidFill>
          <a:schemeClr val="tx1"/>
        </a:solidFill>
        <a:latin typeface="KoPubDotum"/>
        <a:ea typeface="KoPubDotum"/>
        <a:cs typeface="KoPubDotum"/>
      </a:defRPr>
    </a:lvl5pPr>
    <a:lvl6pPr xmlns:a="http://schemas.openxmlformats.org/drawingml/2006/main" marL="2286000" algn="l" defTabSz="457200">
      <a:buNone/>
      <a:defRPr sz="1800" kern="1200">
        <a:solidFill>
          <a:schemeClr val="tx1"/>
        </a:solidFill>
        <a:latin typeface="KoPubDotum"/>
        <a:ea typeface="KoPubDotum"/>
        <a:cs typeface="KoPubDotum"/>
      </a:defRPr>
    </a:lvl6pPr>
    <a:lvl7pPr xmlns:a="http://schemas.openxmlformats.org/drawingml/2006/main" marL="2743200" algn="l" defTabSz="457200">
      <a:buNone/>
      <a:defRPr sz="1800" kern="1200">
        <a:solidFill>
          <a:schemeClr val="tx1"/>
        </a:solidFill>
        <a:latin typeface="KoPubDotum"/>
        <a:ea typeface="KoPubDotum"/>
        <a:cs typeface="KoPubDotum"/>
      </a:defRPr>
    </a:lvl7pPr>
    <a:lvl8pPr xmlns:a="http://schemas.openxmlformats.org/drawingml/2006/main" marL="3200400" algn="l" defTabSz="457200">
      <a:buNone/>
      <a:defRPr sz="1800" kern="1200">
        <a:solidFill>
          <a:schemeClr val="tx1"/>
        </a:solidFill>
        <a:latin typeface="KoPubDotum"/>
        <a:ea typeface="KoPubDotum"/>
        <a:cs typeface="KoPubDotum"/>
      </a:defRPr>
    </a:lvl8pPr>
    <a:lvl9pPr xmlns:a="http://schemas.openxmlformats.org/drawingml/2006/main" marL="3657600" algn="l" defTabSz="457200">
      <a:buNone/>
      <a:defRPr sz="1800" kern="1200">
        <a:solidFill>
          <a:schemeClr val="tx1"/>
        </a:solidFill>
        <a:latin typeface="KoPubDotum"/>
        <a:ea typeface="KoPubDotum"/>
        <a:cs typeface="KoPubDotum"/>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a:tblStyle styleId="{5C22544A-7EE6-4342-B048-85BDC9FD1C3A}" styleName="보통 스타일 2 - 강조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2008" cy="72008"/>
</p:viewPr>
</file>

<file path=ppt/_rels/presentation.xml.rels>&#65279;<?xml version="1.0" encoding="utf-8"?><Relationships xmlns="http://schemas.openxmlformats.org/package/2006/relationships"><Relationship Type="http://schemas.openxmlformats.org/officeDocument/2006/relationships/theme" Target="/ppt/theme/theme1.xml" Id="R30ef09f183064d18" /><Relationship Type="http://schemas.openxmlformats.org/officeDocument/2006/relationships/slideMaster" Target="/ppt/slideMasters/slideMaster1.xml" Id="R77675f3fb6ac46a3" /><Relationship Type="http://schemas.openxmlformats.org/officeDocument/2006/relationships/notesMaster" Target="/ppt/notesMasters/notesMaster1.xml" Id="R8009c2801d224973" /><Relationship Type="http://schemas.openxmlformats.org/officeDocument/2006/relationships/presProps" Target="/ppt/presProps.xml" Id="R9f17ba874f104076" /><Relationship Type="http://schemas.openxmlformats.org/officeDocument/2006/relationships/viewProps" Target="/ppt/viewProps.xml" Id="R31d187e96f8c4d07" /><Relationship Type="http://schemas.openxmlformats.org/officeDocument/2006/relationships/tableStyles" Target="/ppt/tableStyles.xml" Id="R602a80f60dad42e6" /><Relationship Type="http://schemas.openxmlformats.org/officeDocument/2006/relationships/slide" Target="/ppt/slides/slide1.xml" Id="R0ffaf20dafa7480d" /><Relationship Type="http://schemas.openxmlformats.org/officeDocument/2006/relationships/slide" Target="/ppt/slides/slide2.xml" Id="Rf5e625cf324c4b0c" /><Relationship Type="http://schemas.openxmlformats.org/officeDocument/2006/relationships/slide" Target="/ppt/slides/slide3.xml" Id="R7cb8c2d266d64e83" /><Relationship Type="http://schemas.openxmlformats.org/officeDocument/2006/relationships/slide" Target="/ppt/slides/slide4.xml" Id="Rd2a138b955814d7c" /><Relationship Type="http://schemas.openxmlformats.org/officeDocument/2006/relationships/slide" Target="/ppt/slides/slide5.xml" Id="R007d59e50827488c" /><Relationship Type="http://schemas.openxmlformats.org/officeDocument/2006/relationships/slide" Target="/ppt/slides/slide6.xml" Id="Rbcb32d6afa324c3b" /><Relationship Type="http://schemas.openxmlformats.org/officeDocument/2006/relationships/slide" Target="/ppt/slides/slide7.xml" Id="R4a0e108f81f24f2a" /><Relationship Type="http://schemas.openxmlformats.org/officeDocument/2006/relationships/slide" Target="/ppt/slides/slide8.xml" Id="Rffb86229ce204876" /><Relationship Type="http://schemas.openxmlformats.org/officeDocument/2006/relationships/slide" Target="/ppt/slides/slide9.xml" Id="R0404673b409e4a42" /><Relationship Type="http://schemas.openxmlformats.org/officeDocument/2006/relationships/slide" Target="/ppt/slides/slide10.xml" Id="R27e0a62062ee4974" /><Relationship Type="http://schemas.openxmlformats.org/officeDocument/2006/relationships/slide" Target="/ppt/slides/slide11.xml" Id="Rff5e4282762f4254" /><Relationship Type="http://schemas.openxmlformats.org/officeDocument/2006/relationships/slide" Target="/ppt/slides/slide12.xml" Id="Rf7a9da1928d14a58" /><Relationship Type="http://schemas.openxmlformats.org/officeDocument/2006/relationships/slide" Target="/ppt/slides/slide13.xml" Id="Rc32e69eb6c134086" /><Relationship Type="http://schemas.openxmlformats.org/officeDocument/2006/relationships/slide" Target="/ppt/slides/slide14.xml" Id="Ra2aaf654d7204b16" /><Relationship Type="http://schemas.openxmlformats.org/officeDocument/2006/relationships/slide" Target="/ppt/slides/slide15.xml" Id="Rc25c53e34bcc4bea" /><Relationship Type="http://schemas.openxmlformats.org/officeDocument/2006/relationships/slide" Target="/ppt/slides/slide16.xml" Id="R687bb01be18045c7" /><Relationship Type="http://schemas.openxmlformats.org/officeDocument/2006/relationships/slide" Target="/ppt/slides/slide17.xml" Id="R1b8f411722144c57" /><Relationship Type="http://schemas.openxmlformats.org/officeDocument/2006/relationships/slide" Target="/ppt/slides/slide18.xml" Id="R8e46d06dddc74433" /><Relationship Type="http://schemas.openxmlformats.org/officeDocument/2006/relationships/slide" Target="/ppt/slides/slide19.xml" Id="R4c17632ffa9945ad" /><Relationship Type="http://schemas.openxmlformats.org/officeDocument/2006/relationships/slide" Target="/ppt/slides/slide20.xml" Id="R51c82f6b662a49a9" /><Relationship Type="http://schemas.openxmlformats.org/officeDocument/2006/relationships/slide" Target="/ppt/slides/slide21.xml" Id="R77ecc6d5759e4048" /><Relationship Type="http://schemas.openxmlformats.org/officeDocument/2006/relationships/slide" Target="/ppt/slides/slide22.xml" Id="R6c1c3a05b5684eee" /><Relationship Type="http://schemas.openxmlformats.org/officeDocument/2006/relationships/slide" Target="/ppt/slides/slide23.xml" Id="R4f9029f5b1a04d7b" /><Relationship Type="http://schemas.openxmlformats.org/officeDocument/2006/relationships/slide" Target="/ppt/slides/slide24.xml" Id="R9dc5d356f9d64932" /><Relationship Type="http://schemas.openxmlformats.org/officeDocument/2006/relationships/slide" Target="/ppt/slides/slide25.xml" Id="R7b535d64553e467e" /><Relationship Type="http://schemas.openxmlformats.org/officeDocument/2006/relationships/slide" Target="/ppt/slides/slide26.xml" Id="R4943003fd9a44fa2" /><Relationship Type="http://schemas.openxmlformats.org/officeDocument/2006/relationships/slide" Target="/ppt/slides/slide27.xml" Id="R1e1ac2660f634521" /><Relationship Type="http://schemas.openxmlformats.org/officeDocument/2006/relationships/slide" Target="/ppt/slides/slide28.xml" Id="Ra7ba413f5fe2459d" /><Relationship Type="http://schemas.openxmlformats.org/officeDocument/2006/relationships/slide" Target="/ppt/slides/slide29.xml" Id="Rf0df7753ff994395" /><Relationship Type="http://schemas.openxmlformats.org/officeDocument/2006/relationships/slide" Target="/ppt/slides/slide30.xml" Id="R25fec6252dde45df" /><Relationship Type="http://schemas.openxmlformats.org/officeDocument/2006/relationships/slide" Target="/ppt/slides/slide31.xml" Id="Rb21f2b23ea4d4b09" /><Relationship Type="http://schemas.openxmlformats.org/officeDocument/2006/relationships/slide" Target="/ppt/slides/slide32.xml" Id="Rd44e64d9398748b9" /><Relationship Type="http://schemas.openxmlformats.org/officeDocument/2006/relationships/slide" Target="/ppt/slides/slide33.xml" Id="R33e91545a8834fb6" /><Relationship Type="http://schemas.openxmlformats.org/officeDocument/2006/relationships/slide" Target="/ppt/slides/slide34.xml" Id="R5b97a3e1fb6445a6" /><Relationship Type="http://schemas.openxmlformats.org/officeDocument/2006/relationships/slide" Target="/ppt/slides/slide35.xml" Id="Rd988285ab8f14569" /><Relationship Type="http://schemas.openxmlformats.org/officeDocument/2006/relationships/slide" Target="/ppt/slides/slide36.xml" Id="Rff10a5f0e98a40e9" /><Relationship Type="http://schemas.openxmlformats.org/officeDocument/2006/relationships/slide" Target="/ppt/slides/slide37.xml" Id="Rf8e8c1d9176c4233" /><Relationship Type="http://schemas.openxmlformats.org/officeDocument/2006/relationships/slide" Target="/ppt/slides/slide38.xml" Id="R3c74d95a68cb4a44" /><Relationship Type="http://schemas.openxmlformats.org/officeDocument/2006/relationships/slide" Target="/ppt/slides/slide39.xml" Id="Rf7eb7c1c8dfa4fdd" /><Relationship Type="http://schemas.openxmlformats.org/officeDocument/2006/relationships/slide" Target="/ppt/slides/slide40.xml" Id="R931bc080fe8640b7" /><Relationship Type="http://schemas.openxmlformats.org/officeDocument/2006/relationships/slide" Target="/ppt/slides/slide41.xml" Id="Rb0b113d6d867454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7da4277334d4d4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1_Office 테마">
  <a:themeElements>
    <a:clrScheme name="Office 테마">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사용자 지정 1">
      <a:majorFont>
        <a:latin typeface="KoPubDotum"/>
        <a:ea typeface="KoPubDotum"/>
        <a:cs typeface=""/>
      </a:majorFont>
      <a:minorFont>
        <a:latin typeface="KoPubDotum"/>
        <a:ea typeface="KoPubDotum"/>
        <a:cs typeface=""/>
      </a:minorFont>
    </a:fontScheme>
    <a:fmtScheme name="Office 테마">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007b6d2353b4cdf" /><Relationship Type="http://schemas.openxmlformats.org/officeDocument/2006/relationships/notesMaster" Target="/ppt/notesMasters/notesMaster1.xml" Id="R453e56dfb833468d" /></Relationships>
</file>

<file path=ppt/notesSlides/_rels/notesSlide2.xml.rels>&#65279;<?xml version="1.0" encoding="utf-8"?><Relationships xmlns="http://schemas.openxmlformats.org/package/2006/relationships"><Relationship Type="http://schemas.openxmlformats.org/officeDocument/2006/relationships/slide" Target="/ppt/slides/slide2.xml" Id="Rb473b78a08094516" /><Relationship Type="http://schemas.openxmlformats.org/officeDocument/2006/relationships/notesMaster" Target="/ppt/notesMasters/notesMaster1.xml" Id="R31a8871ce74a4aa2" /></Relationships>
</file>

<file path=ppt/notesSlides/_rels/notesSlide3.xml.rels>&#65279;<?xml version="1.0" encoding="utf-8"?><Relationships xmlns="http://schemas.openxmlformats.org/package/2006/relationships"><Relationship Type="http://schemas.openxmlformats.org/officeDocument/2006/relationships/slide" Target="/ppt/slides/slide3.xml" Id="R67ba6fefdbdf4c0c" /><Relationship Type="http://schemas.openxmlformats.org/officeDocument/2006/relationships/notesMaster" Target="/ppt/notesMasters/notesMaster1.xml" Id="R4a240456e48d4847" /></Relationships>
</file>

<file path=ppt/notesSlides/_rels/notesSlide4.xml.rels>&#65279;<?xml version="1.0" encoding="utf-8"?><Relationships xmlns="http://schemas.openxmlformats.org/package/2006/relationships"><Relationship Type="http://schemas.openxmlformats.org/officeDocument/2006/relationships/slide" Target="/ppt/slides/slide4.xml" Id="R79522db30eb64c2c" /><Relationship Type="http://schemas.openxmlformats.org/officeDocument/2006/relationships/notesMaster" Target="/ppt/notesMasters/notesMaster1.xml" Id="R88d50043c62944be" /></Relationships>
</file>

<file path=ppt/notesSlides/_rels/notesSlide5.xml.rels>&#65279;<?xml version="1.0" encoding="utf-8"?><Relationships xmlns="http://schemas.openxmlformats.org/package/2006/relationships"><Relationship Type="http://schemas.openxmlformats.org/officeDocument/2006/relationships/slide" Target="/ppt/slides/slide5.xml" Id="Rc1a1aa5c74af45c8" /><Relationship Type="http://schemas.openxmlformats.org/officeDocument/2006/relationships/notesMaster" Target="/ppt/notesMasters/notesMaster1.xml" Id="R3e6de95521ae4a57" /></Relationships>
</file>

<file path=ppt/notesSlides/_rels/notesSlide6.xml.rels>&#65279;<?xml version="1.0" encoding="utf-8"?><Relationships xmlns="http://schemas.openxmlformats.org/package/2006/relationships"><Relationship Type="http://schemas.openxmlformats.org/officeDocument/2006/relationships/slide" Target="/ppt/slides/slide6.xml" Id="R2dc0267d43074ff8" /><Relationship Type="http://schemas.openxmlformats.org/officeDocument/2006/relationships/notesMaster" Target="/ppt/notesMasters/notesMaster1.xml" Id="R775654b5b0204caf" /></Relationships>
</file>

<file path=ppt/notesSlides/_rels/notesSlide7.xml.rels>&#65279;<?xml version="1.0" encoding="utf-8"?><Relationships xmlns="http://schemas.openxmlformats.org/package/2006/relationships"><Relationship Type="http://schemas.openxmlformats.org/officeDocument/2006/relationships/slide" Target="/ppt/slides/slide7.xml" Id="R84f0f09b9e514641" /><Relationship Type="http://schemas.openxmlformats.org/officeDocument/2006/relationships/notesMaster" Target="/ppt/notesMasters/notesMaster1.xml" Id="R6a9b20087b394a1b" /></Relationships>
</file>

<file path=ppt/notesSlides/_rels/notesSlide8.xml.rels>&#65279;<?xml version="1.0" encoding="utf-8"?><Relationships xmlns="http://schemas.openxmlformats.org/package/2006/relationships"><Relationship Type="http://schemas.openxmlformats.org/officeDocument/2006/relationships/slide" Target="/ppt/slides/slide8.xml" Id="R559cd09a6baf4f9a" /><Relationship Type="http://schemas.openxmlformats.org/officeDocument/2006/relationships/notesMaster" Target="/ppt/notesMasters/notesMaster1.xml" Id="R3286e09c466e4d8d" /></Relationships>
</file>

<file path=ppt/notesSlides/_rels/notesSlide9.xml.rels>&#65279;<?xml version="1.0" encoding="utf-8"?><Relationships xmlns="http://schemas.openxmlformats.org/package/2006/relationships"><Relationship Type="http://schemas.openxmlformats.org/officeDocument/2006/relationships/slide" Target="/ppt/slides/slide9.xml" Id="R681d3019d81a4a17" /><Relationship Type="http://schemas.openxmlformats.org/officeDocument/2006/relationships/notesMaster" Target="/ppt/notesMasters/notesMaster1.xml" Id="R48cbb24f3f5c4a33"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fbd54d5eedf04533" /><Relationship Type="http://schemas.openxmlformats.org/officeDocument/2006/relationships/notesMaster" Target="/ppt/notesMasters/notesMaster1.xml" Id="R63924c6034ee4ffa"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204ef70399c54ebc" /><Relationship Type="http://schemas.openxmlformats.org/officeDocument/2006/relationships/notesMaster" Target="/ppt/notesMasters/notesMaster1.xml" Id="Rdd1934cf00b74eb5"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9637096c9d4f4eb8" /><Relationship Type="http://schemas.openxmlformats.org/officeDocument/2006/relationships/notesMaster" Target="/ppt/notesMasters/notesMaster1.xml" Id="R7080f85d592e42c8"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afa8a8104d684761" /><Relationship Type="http://schemas.openxmlformats.org/officeDocument/2006/relationships/notesMaster" Target="/ppt/notesMasters/notesMaster1.xml" Id="Rcf25fd9d0b654c06"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a65aad7e50884904" /><Relationship Type="http://schemas.openxmlformats.org/officeDocument/2006/relationships/notesMaster" Target="/ppt/notesMasters/notesMaster1.xml" Id="R67753a3c2dd6496c"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0ad1753db3c1415d" /><Relationship Type="http://schemas.openxmlformats.org/officeDocument/2006/relationships/notesMaster" Target="/ppt/notesMasters/notesMaster1.xml" Id="R553862db322947ba"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c1150e85b2814d7f" /><Relationship Type="http://schemas.openxmlformats.org/officeDocument/2006/relationships/notesMaster" Target="/ppt/notesMasters/notesMaster1.xml" Id="Re0bde2e7b4144f1a"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3af8d582aa624803" /><Relationship Type="http://schemas.openxmlformats.org/officeDocument/2006/relationships/notesMaster" Target="/ppt/notesMasters/notesMaster1.xml" Id="R2dd4d7e624f9440b"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7bbf4450ed864ecc" /><Relationship Type="http://schemas.openxmlformats.org/officeDocument/2006/relationships/notesMaster" Target="/ppt/notesMasters/notesMaster1.xml" Id="R067780d5c1f34221"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0e483d7a4445482b" /><Relationship Type="http://schemas.openxmlformats.org/officeDocument/2006/relationships/notesMaster" Target="/ppt/notesMasters/notesMaster1.xml" Id="R468b9df7cdbf4c25"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5287b2afd47b4193" /><Relationship Type="http://schemas.openxmlformats.org/officeDocument/2006/relationships/notesMaster" Target="/ppt/notesMasters/notesMaster1.xml" Id="R88e17a186dba4455"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735d49ef3b044a0e" /><Relationship Type="http://schemas.openxmlformats.org/officeDocument/2006/relationships/notesMaster" Target="/ppt/notesMasters/notesMaster1.xml" Id="Re7ff4de9533e4a48"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ebb0409752664b99" /><Relationship Type="http://schemas.openxmlformats.org/officeDocument/2006/relationships/notesMaster" Target="/ppt/notesMasters/notesMaster1.xml" Id="R92b2eb0008ca440c"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26712d2cf493475c" /><Relationship Type="http://schemas.openxmlformats.org/officeDocument/2006/relationships/notesMaster" Target="/ppt/notesMasters/notesMaster1.xml" Id="R3033560008ce4416"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7d0f88149e994596" /><Relationship Type="http://schemas.openxmlformats.org/officeDocument/2006/relationships/notesMaster" Target="/ppt/notesMasters/notesMaster1.xml" Id="R454ffef6410541f3"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2f0c4b846d014c9e" /><Relationship Type="http://schemas.openxmlformats.org/officeDocument/2006/relationships/notesMaster" Target="/ppt/notesMasters/notesMaster1.xml" Id="R203de09530d74eab"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b638c1da25c64a99" /><Relationship Type="http://schemas.openxmlformats.org/officeDocument/2006/relationships/notesMaster" Target="/ppt/notesMasters/notesMaster1.xml" Id="Rcd5eb3203f024179"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eee29bf688de498b" /><Relationship Type="http://schemas.openxmlformats.org/officeDocument/2006/relationships/notesMaster" Target="/ppt/notesMasters/notesMaster1.xml" Id="R8c51a4e796174f92"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10ad09c09e474094" /><Relationship Type="http://schemas.openxmlformats.org/officeDocument/2006/relationships/notesMaster" Target="/ppt/notesMasters/notesMaster1.xml" Id="Rf1d7e6fd8f4d43d7"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40349b1cefdf4c21" /><Relationship Type="http://schemas.openxmlformats.org/officeDocument/2006/relationships/notesMaster" Target="/ppt/notesMasters/notesMaster1.xml" Id="R96534164d30840ef"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b07e9cd59203428d" /><Relationship Type="http://schemas.openxmlformats.org/officeDocument/2006/relationships/notesMaster" Target="/ppt/notesMasters/notesMaster1.xml" Id="Re809fffc1d9c4ac8"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aaf05f6b9fc34ce3" /><Relationship Type="http://schemas.openxmlformats.org/officeDocument/2006/relationships/notesMaster" Target="/ppt/notesMasters/notesMaster1.xml" Id="R6f880d1cd4a94262"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e5ff397872824b2e" /><Relationship Type="http://schemas.openxmlformats.org/officeDocument/2006/relationships/notesMaster" Target="/ppt/notesMasters/notesMaster1.xml" Id="Ref884cf3c21043e2"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6476656f193c44ed" /><Relationship Type="http://schemas.openxmlformats.org/officeDocument/2006/relationships/notesMaster" Target="/ppt/notesMasters/notesMaster1.xml" Id="R906aa4481175401e"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4a6375f3c7e24a96" /><Relationship Type="http://schemas.openxmlformats.org/officeDocument/2006/relationships/notesMaster" Target="/ppt/notesMasters/notesMaster1.xml" Id="R99ce6123e5ea4dc1"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3a27dfb4e2464d88" /><Relationship Type="http://schemas.openxmlformats.org/officeDocument/2006/relationships/notesMaster" Target="/ppt/notesMasters/notesMaster1.xml" Id="Re1f61184d1784126"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d652e201cd6b4653" /><Relationship Type="http://schemas.openxmlformats.org/officeDocument/2006/relationships/notesMaster" Target="/ppt/notesMasters/notesMaster1.xml" Id="R90501915afce46a7"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8f9de2dae7b84bb6" /><Relationship Type="http://schemas.openxmlformats.org/officeDocument/2006/relationships/notesMaster" Target="/ppt/notesMasters/notesMaster1.xml" Id="Rb345b93056294ee4"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adb32a0b4cbe4ae9" /><Relationship Type="http://schemas.openxmlformats.org/officeDocument/2006/relationships/notesMaster" Target="/ppt/notesMasters/notesMaster1.xml" Id="Rfec573150dee43f6"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9399ddcf3f7a4d7e" /><Relationship Type="http://schemas.openxmlformats.org/officeDocument/2006/relationships/notesMaster" Target="/ppt/notesMasters/notesMaster1.xml" Id="Ra90e9aa3a14b4460"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92a644bee16b4e0a" /><Relationship Type="http://schemas.openxmlformats.org/officeDocument/2006/relationships/notesMaster" Target="/ppt/notesMasters/notesMaster1.xml" Id="Re95a403618e64195"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014445e9ba864a71" /><Relationship Type="http://schemas.openxmlformats.org/officeDocument/2006/relationships/notesMaster" Target="/ppt/notesMasters/notesMaster1.xml" Id="R4f5a28c16f7a443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신규 과정 · LEGO SPIKE Prime</a:t>
            </a:r>
          </a:p>
          <a:p xmlns:a="http://schemas.openxmlformats.org/drawingml/2006/main">
            <a:r>
              <a:t>LEGO SPIKE Prime</a:t>
            </a:r>
          </a:p>
          <a:p xmlns:a="http://schemas.openxmlformats.org/drawingml/2006/main">
            <a:r>
              <a:t>처음 시작하는 디지털튜터</a:t>
            </a:r>
          </a:p>
          <a:p xmlns:a="http://schemas.openxmlformats.org/drawingml/2006/main">
            <a:r>
              <a:t/>
            </a:r>
          </a:p>
          <a:p xmlns:a="http://schemas.openxmlformats.org/drawingml/2006/main">
            <a:r>
              <a:t>출처</a:t>
            </a:r>
          </a:p>
          <a:p xmlns:a="http://schemas.openxmlformats.org/drawingml/2006/main">
            <a:r>
              <a:t>강사 작성 실습 안내</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신규 과정 · LEGO SPIKE Prime</a:t>
            </a:r>
          </a:p>
          <a:p xmlns:a="http://schemas.openxmlformats.org/drawingml/2006/main">
            <a:r>
              <a:t>이번 연수에서 해볼 일</a:t>
            </a:r>
          </a:p>
          <a:p xmlns:a="http://schemas.openxmlformats.org/drawingml/2006/main">
            <a:r>
              <a:t/>
            </a:r>
          </a:p>
          <a:p xmlns:a="http://schemas.openxmlformats.org/drawingml/2006/main">
            <a:r>
              <a:t>진행 메모</a:t>
            </a:r>
          </a:p>
          <a:p xmlns:a="http://schemas.openxmlformats.org/drawingml/2006/main">
            <a:r>
              <a:t>도입 2분. 교구를 다뤄 본 경험을 짝과 나눈다. 조립·연결·짧은 주행을 직접 해보고, 센서 조건 하나를 설명하는 것을 목표로 안내한다.</a:t>
            </a:r>
          </a:p>
          <a:p xmlns:a="http://schemas.openxmlformats.org/drawingml/2006/main">
            <a:r>
              <a:t/>
            </a:r>
          </a:p>
          <a:p xmlns:a="http://schemas.openxmlformats.org/drawingml/2006/main">
            <a:r>
              <a:t>출처</a:t>
            </a:r>
          </a:p>
          <a:p xmlns:a="http://schemas.openxmlformats.org/drawingml/2006/main">
            <a:r>
              <a:t>강사 작성 실습 안내</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신규 과정 · LEGO SPIKE Prime</a:t>
            </a:r>
          </a:p>
          <a:p xmlns:a="http://schemas.openxmlformats.org/drawingml/2006/main">
            <a:r>
              <a:t>연수 일정과 준비물</a:t>
            </a:r>
          </a:p>
          <a:p xmlns:a="http://schemas.openxmlformats.org/drawingml/2006/main">
            <a:r>
              <a:t/>
            </a:r>
          </a:p>
          <a:p xmlns:a="http://schemas.openxmlformats.org/drawingml/2006/main">
            <a:r>
              <a:t>진행 메모</a:t>
            </a:r>
          </a:p>
          <a:p xmlns:a="http://schemas.openxmlformats.org/drawingml/2006/main">
            <a:r>
              <a:t>차시당 50분으로 가정한 시간표다. 학교 일정에 맞게 조절하고, 차시 사이 휴식은 따로 둔다. 2인 1세트로 운영하고 조립 담당과 기록 담당을 중간에 바꾼다. 완성된 모델을 미리 나눠 주지 않는다. 조립이 늦어지면 2차시 자이로 실습은 강사 시연으로 대신한다. 준비물: 충전한 Prime 기본 세트, 노트북 또는 태블릿, 데이터 전송 USB 케이블, 흰 종이와 검정 테이프, 자, 넓고 낮은 주행 공간. 미션맵은 사용하지 않는다.</a:t>
            </a:r>
          </a:p>
          <a:p xmlns:a="http://schemas.openxmlformats.org/drawingml/2006/main">
            <a:r>
              <a:t/>
            </a:r>
          </a:p>
          <a:p xmlns:a="http://schemas.openxmlformats.org/drawingml/2006/main">
            <a:r>
              <a:t>출처</a:t>
            </a:r>
          </a:p>
          <a:p xmlns:a="http://schemas.openxmlformats.org/drawingml/2006/main">
            <a:r>
              <a:t>강사 작성 실습 안내</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신규 과정 · LEGO SPIKE Prime</a:t>
            </a:r>
          </a:p>
          <a:p xmlns:a="http://schemas.openxmlformats.org/drawingml/2006/main">
            <a:r>
              <a:t>SPIKE Prime 시작하기</a:t>
            </a:r>
          </a:p>
          <a:p xmlns:a="http://schemas.openxmlformats.org/drawingml/2006/main">
            <a:r>
              <a:t>드라이빙 베이스 조립</a:t>
            </a:r>
          </a:p>
          <a:p xmlns:a="http://schemas.openxmlformats.org/drawingml/2006/main">
            <a:r>
              <a:t/>
            </a:r>
          </a:p>
          <a:p xmlns:a="http://schemas.openxmlformats.org/drawingml/2006/main">
            <a:r>
              <a:t>출처</a:t>
            </a:r>
          </a:p>
          <a:p xmlns:a="http://schemas.openxmlformats.org/drawingml/2006/main">
            <a:r>
              <a:t>강사 작성 실습 안내</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신규 과정 · LEGO SPIKE Prime</a:t>
            </a:r>
          </a:p>
          <a:p xmlns:a="http://schemas.openxmlformats.org/drawingml/2006/main">
            <a:r>
              <a:t>Hub와 모터, 센서</a:t>
            </a:r>
          </a:p>
          <a:p xmlns:a="http://schemas.openxmlformats.org/drawingml/2006/main">
            <a:r>
              <a:t/>
            </a:r>
          </a:p>
          <a:p xmlns:a="http://schemas.openxmlformats.org/drawingml/2006/main">
            <a:r>
              <a:t>진행 메모</a:t>
            </a:r>
          </a:p>
          <a:p xmlns:a="http://schemas.openxmlformats.org/drawingml/2006/main">
            <a:r>
              <a:t>실물 세트에서 부품을 하나씩 찾게 한다. 모터에는 돌아가는 축이 있고 센서에는 없다는 점을 손으로 확인하게 한다. Hub의 A~F 포트에는 모터와 센서를 모두 꽂을 수 있다. 이 연수의 포트 배치는 교안·활동지·매뉴얼의 코드를 맞추려고 정한 것이며, 제품에서 정해진 배치가 아니다.</a:t>
            </a:r>
          </a:p>
          <a:p xmlns:a="http://schemas.openxmlformats.org/drawingml/2006/main">
            <a:r>
              <a:t/>
            </a:r>
          </a:p>
          <a:p xmlns:a="http://schemas.openxmlformats.org/drawingml/2006/main">
            <a:r>
              <a:t>출처</a:t>
            </a:r>
          </a:p>
          <a:p xmlns:a="http://schemas.openxmlformats.org/drawingml/2006/main">
            <a:r>
              <a:t>spec: https://education.lego.com/en-us/product-resources/spike-prime/downloads/technical-specifications/</a:t>
            </a:r>
          </a:p>
          <a:p xmlns:a="http://schemas.openxmlformats.org/drawingml/2006/main">
            <a:r>
              <a:t>faq: https://education.lego.com/en-us/product-resources/spike-prime/troubleshooting/spike-prime-faqs/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신규 과정 · LEGO SPIKE Prime</a:t>
            </a:r>
          </a:p>
          <a:p xmlns:a="http://schemas.openxmlformats.org/drawingml/2006/main">
            <a:r>
              <a:t>실습에 사용할 포트</a:t>
            </a:r>
          </a:p>
          <a:p xmlns:a="http://schemas.openxmlformats.org/drawingml/2006/main">
            <a:r>
              <a:t/>
            </a:r>
          </a:p>
          <a:p xmlns:a="http://schemas.openxmlformats.org/drawingml/2006/main">
            <a:r>
              <a:t>진행 메모</a:t>
            </a:r>
          </a:p>
          <a:p xmlns:a="http://schemas.openxmlformats.org/drawingml/2006/main">
            <a:r>
              <a:t>로봇이 앞으로 나아가는 방향을 기준으로 왼쪽·오른쪽을 정한다. 공식 조립 설명의 케이블 배치와 다르면 실제 배선을 이 표로 맞추거나 코드 포트를 함께 변경한다. 배포하는 모든 코드와 활동지는 A/E, B/C/D를 사용한다. 모터의 설치 방향에 따라 직진 방향은 첫 시험으로 확인한다.</a:t>
            </a:r>
          </a:p>
          <a:p xmlns:a="http://schemas.openxmlformats.org/drawingml/2006/main">
            <a:r>
              <a:t/>
            </a:r>
          </a:p>
          <a:p xmlns:a="http://schemas.openxmlformats.org/drawingml/2006/main">
            <a:r>
              <a:t>출처</a:t>
            </a:r>
          </a:p>
          <a:p xmlns:a="http://schemas.openxmlformats.org/drawingml/2006/main">
            <a:r>
              <a:t>강사 작성 실습 안내</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신규 과정 · LEGO SPIKE Prime</a:t>
            </a:r>
          </a:p>
          <a:p xmlns:a="http://schemas.openxmlformats.org/drawingml/2006/main">
            <a:r>
              <a:t>거리 20cm와 정지 조건</a:t>
            </a:r>
          </a:p>
          <a:p xmlns:a="http://schemas.openxmlformats.org/drawingml/2006/main">
            <a:r>
              <a:t/>
            </a:r>
          </a:p>
          <a:p xmlns:a="http://schemas.openxmlformats.org/drawingml/2006/main">
            <a:r>
              <a:t>진행 메모</a:t>
            </a:r>
          </a:p>
          <a:p xmlns:a="http://schemas.openxmlformats.org/drawingml/2006/main">
            <a:r>
              <a:t>손을 가까이 움직이는 행동이 입력, 화면의 숫자가 데이터, 20과 비교하는 부분이 판단, 모터 정지가 출력임을 연수생이 말하게 한다. 먼저 실제값을 읽고 나서 조건을 구성한다. 무한 반복 안의 만약/아니면을 가정한 표다. 23cm 행은 거짓, 주행으로 채운다.</a:t>
            </a:r>
          </a:p>
          <a:p xmlns:a="http://schemas.openxmlformats.org/drawingml/2006/main">
            <a:r>
              <a:t/>
            </a:r>
          </a:p>
          <a:p xmlns:a="http://schemas.openxmlformats.org/drawingml/2006/main">
            <a:r>
              <a:t>출처</a:t>
            </a:r>
          </a:p>
          <a:p xmlns:a="http://schemas.openxmlformats.org/drawingml/2006/main">
            <a:r>
              <a:t>강사 작성 실습 안내</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신규 과정 · LEGO SPIKE Prime</a:t>
            </a:r>
          </a:p>
          <a:p xmlns:a="http://schemas.openxmlformats.org/drawingml/2006/main">
            <a:r>
              <a:t>노트북에서 프로젝트 만들기</a:t>
            </a:r>
          </a:p>
          <a:p xmlns:a="http://schemas.openxmlformats.org/drawingml/2006/main">
            <a:r>
              <a:t/>
            </a:r>
          </a:p>
          <a:p xmlns:a="http://schemas.openxmlformats.org/drawingml/2006/main">
            <a:r>
              <a:t>진행 메모</a:t>
            </a:r>
          </a:p>
          <a:p xmlns:a="http://schemas.openxmlformats.org/drawingml/2006/main">
            <a:r>
              <a:t>시연 2분, 따라 하기 2분. 스파이크 프라임 → 새 프로젝트 → 단어 블록 순서로 함께 들어간다. 프로젝트 이름에 모둠 번호를 넣는다.</a:t>
            </a:r>
          </a:p>
          <a:p xmlns:a="http://schemas.openxmlformats.org/drawingml/2006/main">
            <a:r>
              <a:t/>
            </a:r>
          </a:p>
          <a:p xmlns:a="http://schemas.openxmlformats.org/drawingml/2006/main">
            <a:r>
              <a:t>출처</a:t>
            </a:r>
          </a:p>
          <a:p xmlns:a="http://schemas.openxmlformats.org/drawingml/2006/main">
            <a:r>
              <a:t>app: https://spike.legoeducation.com/</a:t>
            </a:r>
          </a:p>
          <a:p xmlns:a="http://schemas.openxmlformats.org/drawingml/2006/main">
            <a:r>
              <a:t>updates: https://education.lego.com/en-us/downloads/spike-app/software/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신규 과정 · LEGO SPIKE Prime</a:t>
            </a:r>
          </a:p>
          <a:p xmlns:a="http://schemas.openxmlformats.org/drawingml/2006/main">
            <a:r>
              <a:t>단어 블록 프로젝트 만들기</a:t>
            </a:r>
          </a:p>
          <a:p xmlns:a="http://schemas.openxmlformats.org/drawingml/2006/main">
            <a:r>
              <a:t/>
            </a:r>
          </a:p>
          <a:p xmlns:a="http://schemas.openxmlformats.org/drawingml/2006/main">
            <a:r>
              <a:t>진행 메모</a:t>
            </a:r>
          </a:p>
          <a:p xmlns:a="http://schemas.openxmlformats.org/drawingml/2006/main">
            <a:r>
              <a:t>프로젝트 이름에 모둠 번호를 넣도록 한다. 단어 블록 선택 뒤 만들기를 눌렀는지 확인한다.</a:t>
            </a:r>
          </a:p>
          <a:p xmlns:a="http://schemas.openxmlformats.org/drawingml/2006/main">
            <a:r>
              <a:t/>
            </a:r>
          </a:p>
          <a:p xmlns:a="http://schemas.openxmlformats.org/drawingml/2006/main">
            <a:r>
              <a:t>출처</a:t>
            </a:r>
          </a:p>
          <a:p xmlns:a="http://schemas.openxmlformats.org/drawingml/2006/main">
            <a:r>
              <a:t>https://spike.legoeducation.com/ · 00_원천자료/B_project/B03_word_detail.png</a:t>
            </a:r>
          </a:p>
          <a:p xmlns:a="http://schemas.openxmlformats.org/drawingml/2006/main">
            <a:r>
              <a:t>app: https://spike.legoeducation.com/</a:t>
            </a:r>
          </a:p>
          <a:p xmlns:a="http://schemas.openxmlformats.org/drawingml/2006/main">
            <a:r>
              <a:t>화면: SPIKE 웹앱 3.6.1 / 한국어 / 2026-10-10. 예제 코드는 수업 전 실물 Hub에서 시험한다.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신규 과정 · LEGO SPIKE Prime</a:t>
            </a:r>
          </a:p>
          <a:p xmlns:a="http://schemas.openxmlformats.org/drawingml/2006/main">
            <a:r>
              <a:t>블록과 실행 버튼의 위치</a:t>
            </a:r>
          </a:p>
          <a:p xmlns:a="http://schemas.openxmlformats.org/drawingml/2006/main">
            <a:r>
              <a:t/>
            </a:r>
          </a:p>
          <a:p xmlns:a="http://schemas.openxmlformats.org/drawingml/2006/main">
            <a:r>
              <a:t>진행 메모</a:t>
            </a:r>
          </a:p>
          <a:p xmlns:a="http://schemas.openxmlformats.org/drawingml/2006/main">
            <a:r>
              <a:t>강사는 화면에서 각 위치를 직접 가리킨다. 시작 블록에서 떨어져 있는 블록은 실행되지 않으므로 블록이 딱 붙었는지 확인하게 한다. 블록 이름을 외우게 하지 말고, 필요한 블록이 어느 범주에 있는지 찾게 한다.</a:t>
            </a:r>
          </a:p>
          <a:p xmlns:a="http://schemas.openxmlformats.org/drawingml/2006/main">
            <a:r>
              <a:t/>
            </a:r>
          </a:p>
          <a:p xmlns:a="http://schemas.openxmlformats.org/drawingml/2006/main">
            <a:r>
              <a:t>출처</a:t>
            </a:r>
          </a:p>
          <a:p xmlns:a="http://schemas.openxmlformats.org/drawingml/2006/main">
            <a:r>
              <a:t>app: https://spike.legoeducation.com/</a:t>
            </a:r>
          </a:p>
          <a:p xmlns:a="http://schemas.openxmlformats.org/drawingml/2006/main">
            <a:r>
              <a:t>cart: https://education.lego.com/en-us/lessons/spike-python-u3-sensor-control/spike-python-u3l3/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신규 과정 · LEGO SPIKE Prime</a:t>
            </a:r>
          </a:p>
          <a:p xmlns:a="http://schemas.openxmlformats.org/drawingml/2006/main">
            <a:r>
              <a:t>코딩 화면 둘러보기</a:t>
            </a:r>
          </a:p>
          <a:p xmlns:a="http://schemas.openxmlformats.org/drawingml/2006/main">
            <a:r>
              <a:t/>
            </a:r>
          </a:p>
          <a:p xmlns:a="http://schemas.openxmlformats.org/drawingml/2006/main">
            <a:r>
              <a:t>진행 메모</a:t>
            </a:r>
          </a:p>
          <a:p xmlns:a="http://schemas.openxmlformats.org/drawingml/2006/main">
            <a:r>
              <a:t>실행 버튼을 누르기 전에 정지 버튼 위치부터 찾게 한다. Hub가 연결 전일 때 보이는 표시와 연결 후 표시를 비교한다.</a:t>
            </a:r>
          </a:p>
          <a:p xmlns:a="http://schemas.openxmlformats.org/drawingml/2006/main">
            <a:r>
              <a:t/>
            </a:r>
          </a:p>
          <a:p xmlns:a="http://schemas.openxmlformats.org/drawingml/2006/main">
            <a:r>
              <a:t>출처</a:t>
            </a:r>
          </a:p>
          <a:p xmlns:a="http://schemas.openxmlformats.org/drawingml/2006/main">
            <a:r>
              <a:t>https://spike.legoeducation.com/ · 00_원천자료/C_canvas/C01_word_canvas.png</a:t>
            </a:r>
          </a:p>
          <a:p xmlns:a="http://schemas.openxmlformats.org/drawingml/2006/main">
            <a:r>
              <a:t>app: https://spike.legoeducation.com/</a:t>
            </a:r>
          </a:p>
          <a:p xmlns:a="http://schemas.openxmlformats.org/drawingml/2006/main">
            <a:r>
              <a:t>화면: SPIKE 웹앱 3.6.1 / 한국어 / 2026-10-10. 예제 코드는 수업 전 실물 Hub에서 시험한다.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신규 과정 · LEGO SPIKE Prime</a:t>
            </a:r>
          </a:p>
          <a:p xmlns:a="http://schemas.openxmlformats.org/drawingml/2006/main">
            <a:r>
              <a:t>Hub 연결 준비</a:t>
            </a:r>
          </a:p>
          <a:p xmlns:a="http://schemas.openxmlformats.org/drawingml/2006/main">
            <a:r>
              <a:t/>
            </a:r>
          </a:p>
          <a:p xmlns:a="http://schemas.openxmlformats.org/drawingml/2006/main">
            <a:r>
              <a:t>진행 메모</a:t>
            </a:r>
          </a:p>
          <a:p xmlns:a="http://schemas.openxmlformats.org/drawingml/2006/main">
            <a:r>
              <a:t>수업 전에 Hub 이름을 모둠별로 정한다. 이름이 겹치면 한 Hub씩 켜서 찾는다. 연결 방식은 사용하는 기기와 앱의 공식 지원 표에서 확인한다.</a:t>
            </a:r>
          </a:p>
          <a:p xmlns:a="http://schemas.openxmlformats.org/drawingml/2006/main">
            <a:r>
              <a:t/>
            </a:r>
          </a:p>
          <a:p xmlns:a="http://schemas.openxmlformats.org/drawingml/2006/main">
            <a:r>
              <a:t>출처</a:t>
            </a:r>
          </a:p>
          <a:p xmlns:a="http://schemas.openxmlformats.org/drawingml/2006/main">
            <a:r>
              <a:t>connect: https://education.lego.com/en-us/product-resources/spike-prime/troubleshooting/bluetooth-connectivity/</a:t>
            </a:r>
          </a:p>
          <a:p xmlns:a="http://schemas.openxmlformats.org/drawingml/2006/main">
            <a:r>
              <a:t>compat: https://assets.education.lego.com/v3/assets/blt293eea581807678a/bltbf8a6cefbd8c815c/63d82292771d7f10c63c274e/LEGO_Education_SPIKE_App_3_Device_Compatibility_and_Connectivity.pdf</a:t>
            </a:r>
          </a:p>
          <a:p xmlns:a="http://schemas.openxmlformats.org/drawingml/2006/main">
            <a:r>
              <a:t>spec: https://education.lego.com/en-us/product-resources/spike-prime/downloads/technical-specifications/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신규 과정 · LEGO SPIKE Prime</a:t>
            </a:r>
          </a:p>
          <a:p xmlns:a="http://schemas.openxmlformats.org/drawingml/2006/main">
            <a:r>
              <a:t>USB 연결</a:t>
            </a:r>
          </a:p>
          <a:p xmlns:a="http://schemas.openxmlformats.org/drawingml/2006/main">
            <a:r>
              <a:t/>
            </a:r>
          </a:p>
          <a:p xmlns:a="http://schemas.openxmlformats.org/drawingml/2006/main">
            <a:r>
              <a:t>진행 메모</a:t>
            </a:r>
          </a:p>
          <a:p xmlns:a="http://schemas.openxmlformats.org/drawingml/2006/main">
            <a:r>
              <a:t>따라 하기 3분. 연결이 안 되면 USB 포트, 데이터 케이블, 기기를 하나씩 바꿔 시험한다. 장치 선택이 막히면 사이트 권한과 학교 기기 설정을 확인한다.</a:t>
            </a:r>
          </a:p>
          <a:p xmlns:a="http://schemas.openxmlformats.org/drawingml/2006/main">
            <a:r>
              <a:t/>
            </a:r>
          </a:p>
          <a:p xmlns:a="http://schemas.openxmlformats.org/drawingml/2006/main">
            <a:r>
              <a:t>출처</a:t>
            </a:r>
          </a:p>
          <a:p xmlns:a="http://schemas.openxmlformats.org/drawingml/2006/main">
            <a:r>
              <a:t>compat: https://assets.education.lego.com/v3/assets/blt293eea581807678a/bltbf8a6cefbd8c815c/63d82292771d7f10c63c274e/LEGO_Education_SPIKE_App_3_Device_Compatibility_and_Connectivity.pdf</a:t>
            </a:r>
          </a:p>
          <a:p xmlns:a="http://schemas.openxmlformats.org/drawingml/2006/main">
            <a:r>
              <a:t>faq: https://education.lego.com/en-us/product-resources/spike-prime/troubleshooting/spike-prime-faqs/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신규 과정 · LEGO SPIKE Prime</a:t>
            </a:r>
          </a:p>
          <a:p xmlns:a="http://schemas.openxmlformats.org/drawingml/2006/main">
            <a:r>
              <a:t>USB 연결 안내 화면</a:t>
            </a:r>
          </a:p>
          <a:p xmlns:a="http://schemas.openxmlformats.org/drawingml/2006/main">
            <a:r>
              <a:t/>
            </a:r>
          </a:p>
          <a:p xmlns:a="http://schemas.openxmlformats.org/drawingml/2006/main">
            <a:r>
              <a:t>진행 메모</a:t>
            </a:r>
          </a:p>
          <a:p xmlns:a="http://schemas.openxmlformats.org/drawingml/2006/main">
            <a:r>
              <a:t>데이터 전송이 되는 케이블을 준비한다. 충전 표시만 보고 연결됐다고 판단하지 말고 센서값 변화를 확인한다.</a:t>
            </a:r>
          </a:p>
          <a:p xmlns:a="http://schemas.openxmlformats.org/drawingml/2006/main">
            <a:r>
              <a:t/>
            </a:r>
          </a:p>
          <a:p xmlns:a="http://schemas.openxmlformats.org/drawingml/2006/main">
            <a:r>
              <a:t>출처</a:t>
            </a:r>
          </a:p>
          <a:p xmlns:a="http://schemas.openxmlformats.org/drawingml/2006/main">
            <a:r>
              <a:t>https://spike.legoeducation.com/ · 00_원천자료/D_hub/D07_usb_guide.png</a:t>
            </a:r>
          </a:p>
          <a:p xmlns:a="http://schemas.openxmlformats.org/drawingml/2006/main">
            <a:r>
              <a:t>app: https://spike.legoeducation.com/</a:t>
            </a:r>
          </a:p>
          <a:p xmlns:a="http://schemas.openxmlformats.org/drawingml/2006/main">
            <a:r>
              <a:t>화면: SPIKE 웹앱 3.6.1 / 한국어 / 2026-10-10. 예제 코드는 수업 전 실물 Hub에서 시험한다.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신규 과정 · LEGO SPIKE Prime</a:t>
            </a:r>
          </a:p>
          <a:p xmlns:a="http://schemas.openxmlformats.org/drawingml/2006/main">
            <a:r>
              <a:t>Bluetooth 연결</a:t>
            </a:r>
          </a:p>
          <a:p xmlns:a="http://schemas.openxmlformats.org/drawingml/2006/main">
            <a:r>
              <a:t/>
            </a:r>
          </a:p>
          <a:p xmlns:a="http://schemas.openxmlformats.org/drawingml/2006/main">
            <a:r>
              <a:t>진행 메모</a:t>
            </a:r>
          </a:p>
          <a:p xmlns:a="http://schemas.openxmlformats.org/drawingml/2006/main">
            <a:r>
              <a:t>설치형 앱의 공식 Bluetooth 안내를 바탕으로 설명한다. OS 설정에서 먼저 임의로 페어링하기보다 SPIKE App 안에서 안내하는 절차를 따른다. 여러 Hub가 표시될 때는 실물 라벨과 이름을 대조한다.</a:t>
            </a:r>
          </a:p>
          <a:p xmlns:a="http://schemas.openxmlformats.org/drawingml/2006/main">
            <a:r>
              <a:t/>
            </a:r>
          </a:p>
          <a:p xmlns:a="http://schemas.openxmlformats.org/drawingml/2006/main">
            <a:r>
              <a:t>출처</a:t>
            </a:r>
          </a:p>
          <a:p xmlns:a="http://schemas.openxmlformats.org/drawingml/2006/main">
            <a:r>
              <a:t>connect: https://education.lego.com/en-us/product-resources/spike-prime/troubleshooting/bluetooth-connectivity/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신규 과정 · LEGO SPIKE Prime</a:t>
            </a:r>
          </a:p>
          <a:p xmlns:a="http://schemas.openxmlformats.org/drawingml/2006/main">
            <a:r>
              <a:t>Bluetooth 연결 안내 화면</a:t>
            </a:r>
          </a:p>
          <a:p xmlns:a="http://schemas.openxmlformats.org/drawingml/2006/main">
            <a:r>
              <a:t/>
            </a:r>
          </a:p>
          <a:p xmlns:a="http://schemas.openxmlformats.org/drawingml/2006/main">
            <a:r>
              <a:t>진행 메모</a:t>
            </a:r>
          </a:p>
          <a:p xmlns:a="http://schemas.openxmlformats.org/drawingml/2006/main">
            <a:r>
              <a:t>검색 목록에서는 실물 라벨과 같은 Hub를 고른다. 이름이 겹치면 한 Hub씩 켜서 구별한다.</a:t>
            </a:r>
          </a:p>
          <a:p xmlns:a="http://schemas.openxmlformats.org/drawingml/2006/main">
            <a:r>
              <a:t/>
            </a:r>
          </a:p>
          <a:p xmlns:a="http://schemas.openxmlformats.org/drawingml/2006/main">
            <a:r>
              <a:t>출처</a:t>
            </a:r>
          </a:p>
          <a:p xmlns:a="http://schemas.openxmlformats.org/drawingml/2006/main">
            <a:r>
              <a:t>https://spike.legoeducation.com/ · 00_원천자료/D_hub/D03_bluetooth_guide.png</a:t>
            </a:r>
          </a:p>
          <a:p xmlns:a="http://schemas.openxmlformats.org/drawingml/2006/main">
            <a:r>
              <a:t>app: https://spike.legoeducation.com/</a:t>
            </a:r>
          </a:p>
          <a:p xmlns:a="http://schemas.openxmlformats.org/drawingml/2006/main">
            <a:r>
              <a:t>화면: SPIKE 웹앱 3.6.1 / 한국어 / 2026-10-10. 예제 코드는 수업 전 실물 Hub에서 시험한다.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신규 과정 · LEGO SPIKE Prime</a:t>
            </a:r>
          </a:p>
          <a:p xmlns:a="http://schemas.openxmlformats.org/drawingml/2006/main">
            <a:r>
              <a:t>iPad와 태블릿 연결</a:t>
            </a:r>
          </a:p>
          <a:p xmlns:a="http://schemas.openxmlformats.org/drawingml/2006/main">
            <a:r>
              <a:t/>
            </a:r>
          </a:p>
          <a:p xmlns:a="http://schemas.openxmlformats.org/drawingml/2006/main">
            <a:r>
              <a:t>진행 메모</a:t>
            </a:r>
          </a:p>
          <a:p xmlns:a="http://schemas.openxmlformats.org/drawingml/2006/main">
            <a:r>
              <a:t>학생이 쓸 iPad에서 SPIKE App의 Bluetooth 권한을 먼저 확인한다. 앱 안에서 Hub를 연결하고 프로젝트를 저장했다가 다시 연다.</a:t>
            </a:r>
          </a:p>
          <a:p xmlns:a="http://schemas.openxmlformats.org/drawingml/2006/main">
            <a:r>
              <a:t/>
            </a:r>
          </a:p>
          <a:p xmlns:a="http://schemas.openxmlformats.org/drawingml/2006/main">
            <a:r>
              <a:t>출처</a:t>
            </a:r>
          </a:p>
          <a:p xmlns:a="http://schemas.openxmlformats.org/drawingml/2006/main">
            <a:r>
              <a:t>requirements: https://education.lego.com/en-us/product-resources/spike-prime/downloads/system-requirements/</a:t>
            </a:r>
          </a:p>
          <a:p xmlns:a="http://schemas.openxmlformats.org/drawingml/2006/main">
            <a:r>
              <a:t>connect: https://education.lego.com/en-us/product-resources/spike-prime/troubleshooting/bluetooth-connectivity/</a:t>
            </a:r>
          </a:p>
          <a:p xmlns:a="http://schemas.openxmlformats.org/drawingml/2006/main">
            <a:r>
              <a:t>compat: https://assets.education.lego.com/v3/assets/blt293eea581807678a/bltbf8a6cefbd8c815c/63d82292771d7f10c63c274e/LEGO_Education_SPIKE_App_3_Device_Compatibility_and_Connectivity.pdf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신규 과정 · LEGO SPIKE Prime</a:t>
            </a:r>
          </a:p>
          <a:p xmlns:a="http://schemas.openxmlformats.org/drawingml/2006/main">
            <a:r>
              <a:t>드라이빙 베이스 조립 설명서</a:t>
            </a:r>
          </a:p>
          <a:p xmlns:a="http://schemas.openxmlformats.org/drawingml/2006/main">
            <a:r>
              <a:t/>
            </a:r>
          </a:p>
          <a:p xmlns:a="http://schemas.openxmlformats.org/drawingml/2006/main">
            <a:r>
              <a:t>진행 메모</a:t>
            </a:r>
          </a:p>
          <a:p xmlns:a="http://schemas.openxmlformats.org/drawingml/2006/main">
            <a:r>
              <a:t>조립 22분. 드라이빙 베이스 1의 공식 설명서를 열어 같은 단계로 진행한다. 부품 찾기와 조립 역할을 중간에 바꾼다.</a:t>
            </a:r>
          </a:p>
          <a:p xmlns:a="http://schemas.openxmlformats.org/drawingml/2006/main">
            <a:r>
              <a:t/>
            </a:r>
          </a:p>
          <a:p xmlns:a="http://schemas.openxmlformats.org/drawingml/2006/main">
            <a:r>
              <a:t>출처</a:t>
            </a:r>
          </a:p>
          <a:p xmlns:a="http://schemas.openxmlformats.org/drawingml/2006/main">
            <a:r>
              <a:t>build: https://education.lego.com/en-us/product-resources/spike-prime/downloads/building-instructions/</a:t>
            </a:r>
          </a:p>
          <a:p xmlns:a="http://schemas.openxmlformats.org/drawingml/2006/main">
            <a:r>
              <a:t>driving: https://education.lego.com/en-us/lessons/prime-competition-ready/training-camp-1-driving-around/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신규 과정 · LEGO SPIKE Prime</a:t>
            </a:r>
          </a:p>
          <a:p xmlns:a="http://schemas.openxmlformats.org/drawingml/2006/main">
            <a:r>
              <a:t>조립 메뉴에서 모델 고르기</a:t>
            </a:r>
          </a:p>
          <a:p xmlns:a="http://schemas.openxmlformats.org/drawingml/2006/main">
            <a:r>
              <a:t/>
            </a:r>
          </a:p>
          <a:p xmlns:a="http://schemas.openxmlformats.org/drawingml/2006/main">
            <a:r>
              <a:t>진행 메모</a:t>
            </a:r>
          </a:p>
          <a:p xmlns:a="http://schemas.openxmlformats.org/drawingml/2006/main">
            <a:r>
              <a:t>드라이빙 베이스 1을 고른다. 2·3과 고급형의 설명서가 다르므로 모델 이름을 같이 읽는다.</a:t>
            </a:r>
          </a:p>
          <a:p xmlns:a="http://schemas.openxmlformats.org/drawingml/2006/main">
            <a:r>
              <a:t/>
            </a:r>
          </a:p>
          <a:p xmlns:a="http://schemas.openxmlformats.org/drawingml/2006/main">
            <a:r>
              <a:t>출처</a:t>
            </a:r>
          </a:p>
          <a:p xmlns:a="http://schemas.openxmlformats.org/drawingml/2006/main">
            <a:r>
              <a:t>https://spike.legoeducation.com/ · 00_원천자료/E_driving_base/E01_build_menu.png</a:t>
            </a:r>
          </a:p>
          <a:p xmlns:a="http://schemas.openxmlformats.org/drawingml/2006/main">
            <a:r>
              <a:t>app: https://spike.legoeducation.com/</a:t>
            </a:r>
          </a:p>
          <a:p xmlns:a="http://schemas.openxmlformats.org/drawingml/2006/main">
            <a:r>
              <a:t>화면: SPIKE 웹앱 3.6.1 / 한국어 / 2026-10-10. 예제 코드는 수업 전 실물 Hub에서 시험한다.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신규 과정 · LEGO SPIKE Prime</a:t>
            </a:r>
          </a:p>
          <a:p xmlns:a="http://schemas.openxmlformats.org/drawingml/2006/main">
            <a:r>
              <a:t>조립 중 확인할 부분</a:t>
            </a:r>
          </a:p>
          <a:p xmlns:a="http://schemas.openxmlformats.org/drawingml/2006/main">
            <a:r>
              <a:t/>
            </a:r>
          </a:p>
          <a:p xmlns:a="http://schemas.openxmlformats.org/drawingml/2006/main">
            <a:r>
              <a:t>진행 메모</a:t>
            </a:r>
          </a:p>
          <a:p xmlns:a="http://schemas.openxmlformats.org/drawingml/2006/main">
            <a:r>
              <a:t>강사는 중간에 한 번 전체 정지 신호를 주고 모둠끼리 교차 점검하게 한다. 로봇을 들고 바퀴를 손으로 돌려 마찰 여부를 느끼게 한다. 전원·코드 문제와 조립 문제를 구분하기 위한 사전 점검이다.</a:t>
            </a:r>
          </a:p>
          <a:p xmlns:a="http://schemas.openxmlformats.org/drawingml/2006/main">
            <a:r>
              <a:t/>
            </a:r>
          </a:p>
          <a:p xmlns:a="http://schemas.openxmlformats.org/drawingml/2006/main">
            <a:r>
              <a:t>출처</a:t>
            </a:r>
          </a:p>
          <a:p xmlns:a="http://schemas.openxmlformats.org/drawingml/2006/main">
            <a:r>
              <a:t>build: https://education.lego.com/en-us/product-resources/spike-prime/downloads/building-instructions/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신규 과정 · LEGO SPIKE Prime</a:t>
            </a:r>
          </a:p>
          <a:p xmlns:a="http://schemas.openxmlformats.org/drawingml/2006/main">
            <a:r>
              <a:t>드라이빙 베이스 완성 모습</a:t>
            </a:r>
          </a:p>
          <a:p xmlns:a="http://schemas.openxmlformats.org/drawingml/2006/main">
            <a:r>
              <a:t/>
            </a:r>
          </a:p>
          <a:p xmlns:a="http://schemas.openxmlformats.org/drawingml/2006/main">
            <a:r>
              <a:t>진행 메모</a:t>
            </a:r>
          </a:p>
          <a:p xmlns:a="http://schemas.openxmlformats.org/drawingml/2006/main">
            <a:r>
              <a:t>완성 모형과 실제 조립을 비교한다. 공식 설명서의 포트와 관계없이 이 연수에서는 왼쪽 A, 오른쪽 E로 맞춘다.</a:t>
            </a:r>
          </a:p>
          <a:p xmlns:a="http://schemas.openxmlformats.org/drawingml/2006/main">
            <a:r>
              <a:t/>
            </a:r>
          </a:p>
          <a:p xmlns:a="http://schemas.openxmlformats.org/drawingml/2006/main">
            <a:r>
              <a:t>출처</a:t>
            </a:r>
          </a:p>
          <a:p xmlns:a="http://schemas.openxmlformats.org/drawingml/2006/main">
            <a:r>
              <a:t>https://spike.legoeducation.com/ · 00_원천자료/E_driving_base/E09_finished.png</a:t>
            </a:r>
          </a:p>
          <a:p xmlns:a="http://schemas.openxmlformats.org/drawingml/2006/main">
            <a:r>
              <a:t>app: https://spike.legoeducation.com/</a:t>
            </a:r>
          </a:p>
          <a:p xmlns:a="http://schemas.openxmlformats.org/drawingml/2006/main">
            <a:r>
              <a:t>화면: SPIKE 웹앱 3.6.1 / 한국어 / 2026-10-10. 예제 코드는 수업 전 실물 Hub에서 시험한다.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신규 과정 · LEGO SPIKE Prime</a:t>
            </a:r>
          </a:p>
          <a:p xmlns:a="http://schemas.openxmlformats.org/drawingml/2006/main">
            <a:r>
              <a:t>첫 주행 준비</a:t>
            </a:r>
          </a:p>
          <a:p xmlns:a="http://schemas.openxmlformats.org/drawingml/2006/main">
            <a:r>
              <a:t/>
            </a:r>
          </a:p>
          <a:p xmlns:a="http://schemas.openxmlformats.org/drawingml/2006/main">
            <a:r>
              <a:t>진행 메모</a:t>
            </a:r>
          </a:p>
          <a:p xmlns:a="http://schemas.openxmlformats.org/drawingml/2006/main">
            <a:r>
              <a:t>왼쪽은 블록을 붙일 순서다. 다음 장에서 완성한 코드를 확인한다. 시간 단위는 초로 고른다. 속도 25%, 1초로 시작하고 바퀴를 들어 앞 방향을 확인한다. 반대로 돌면 포트 순서와 모터 장착 방향을 따로 살펴본다.</a:t>
            </a:r>
          </a:p>
          <a:p xmlns:a="http://schemas.openxmlformats.org/drawingml/2006/main">
            <a:r>
              <a:t/>
            </a:r>
          </a:p>
          <a:p xmlns:a="http://schemas.openxmlformats.org/drawingml/2006/main">
            <a:r>
              <a:t>출처</a:t>
            </a:r>
          </a:p>
          <a:p xmlns:a="http://schemas.openxmlformats.org/drawingml/2006/main">
            <a:r>
              <a:t>강사 작성 실습 안내</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신규 과정 · LEGO SPIKE Prime</a:t>
            </a:r>
          </a:p>
          <a:p xmlns:a="http://schemas.openxmlformats.org/drawingml/2006/main">
            <a:r>
              <a:t>A/E 모터로 1초 주행</a:t>
            </a:r>
          </a:p>
          <a:p xmlns:a="http://schemas.openxmlformats.org/drawingml/2006/main">
            <a:r>
              <a:t/>
            </a:r>
          </a:p>
          <a:p xmlns:a="http://schemas.openxmlformats.org/drawingml/2006/main">
            <a:r>
              <a:t>진행 메모</a:t>
            </a:r>
          </a:p>
          <a:p xmlns:a="http://schemas.openxmlformats.org/drawingml/2006/main">
            <a:r>
              <a:t>속도를 이동 명령보다 앞에 놓는다. 바퀴를 들고 방향을 본 뒤 바닥에서 1초만 시험한다.</a:t>
            </a:r>
          </a:p>
          <a:p xmlns:a="http://schemas.openxmlformats.org/drawingml/2006/main">
            <a:r>
              <a:t/>
            </a:r>
          </a:p>
          <a:p xmlns:a="http://schemas.openxmlformats.org/drawingml/2006/main">
            <a:r>
              <a:t>출처</a:t>
            </a:r>
          </a:p>
          <a:p xmlns:a="http://schemas.openxmlformats.org/drawingml/2006/main">
            <a:r>
              <a:t>https://spike.legoeducation.com/ · 00_원천자료/F_motor/F04_first_drive.png</a:t>
            </a:r>
          </a:p>
          <a:p xmlns:a="http://schemas.openxmlformats.org/drawingml/2006/main">
            <a:r>
              <a:t>app: https://spike.legoeducation.com/</a:t>
            </a:r>
          </a:p>
          <a:p xmlns:a="http://schemas.openxmlformats.org/drawingml/2006/main">
            <a:r>
              <a:t>화면: SPIKE 웹앱 3.6.1 / 한국어 / 2026-10-10. 예제 코드는 수업 전 실물 Hub에서 시험한다.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신규 과정 · LEGO SPIKE Prime</a:t>
            </a:r>
          </a:p>
          <a:p xmlns:a="http://schemas.openxmlformats.org/drawingml/2006/main">
            <a:r>
              <a:t>직진·후진·좌회전·우회전</a:t>
            </a:r>
          </a:p>
          <a:p xmlns:a="http://schemas.openxmlformats.org/drawingml/2006/main">
            <a:r>
              <a:t/>
            </a:r>
          </a:p>
          <a:p xmlns:a="http://schemas.openxmlformats.org/drawingml/2006/main">
            <a:r>
              <a:t>진행 메모</a:t>
            </a:r>
          </a:p>
          <a:p xmlns:a="http://schemas.openxmlformats.org/drawingml/2006/main">
            <a:r>
              <a:t>활동 5분. 조향값의 부호는 설치·포트 순서와 함께 실제로 확인한다. 단순 시간 회전은 정확히 90도를 보장하지 않는다. 로봇이 책상 끝으로 움직이지 않도록 낮은 바닥에서 시험한다. 후진 실습은 뒤 공간을 직접 확인한다.</a:t>
            </a:r>
          </a:p>
          <a:p xmlns:a="http://schemas.openxmlformats.org/drawingml/2006/main">
            <a:r>
              <a:t/>
            </a:r>
          </a:p>
          <a:p xmlns:a="http://schemas.openxmlformats.org/drawingml/2006/main">
            <a:r>
              <a:t>출처</a:t>
            </a:r>
          </a:p>
          <a:p xmlns:a="http://schemas.openxmlformats.org/drawingml/2006/main">
            <a:r>
              <a:t>강사 작성 실습 안내</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신규 과정 · LEGO SPIKE Prime</a:t>
            </a:r>
          </a:p>
          <a:p xmlns:a="http://schemas.openxmlformats.org/drawingml/2006/main">
            <a:r>
              <a:t>후진과 좌우 회전</a:t>
            </a:r>
          </a:p>
          <a:p xmlns:a="http://schemas.openxmlformats.org/drawingml/2006/main">
            <a:r>
              <a:t/>
            </a:r>
          </a:p>
          <a:p xmlns:a="http://schemas.openxmlformats.org/drawingml/2006/main">
            <a:r>
              <a:t>진행 메모</a:t>
            </a:r>
          </a:p>
          <a:p xmlns:a="http://schemas.openxmlformats.org/drawingml/2006/main">
            <a:r>
              <a:t>좌회전과 우회전은 조향 부호만 바뀐다. 바퀴 방향이 반대라면 포트와 모터 장착부터 확인한다.</a:t>
            </a:r>
          </a:p>
          <a:p xmlns:a="http://schemas.openxmlformats.org/drawingml/2006/main">
            <a:r>
              <a:t/>
            </a:r>
          </a:p>
          <a:p xmlns:a="http://schemas.openxmlformats.org/drawingml/2006/main">
            <a:r>
              <a:t>출처</a:t>
            </a:r>
          </a:p>
          <a:p xmlns:a="http://schemas.openxmlformats.org/drawingml/2006/main">
            <a:r>
              <a:t>https://spike.legoeducation.com/ · 00_원천자료/F_motor/F05_backward.png</a:t>
            </a:r>
          </a:p>
          <a:p xmlns:a="http://schemas.openxmlformats.org/drawingml/2006/main">
            <a:r>
              <a:t>https://spike.legoeducation.com/ · 00_원천자료/F_motor/F06_turn.png</a:t>
            </a:r>
          </a:p>
          <a:p xmlns:a="http://schemas.openxmlformats.org/drawingml/2006/main">
            <a:r>
              <a:t>https://spike.legoeducation.com/ · 00_원천자료/F_motor/F07_turn.png</a:t>
            </a:r>
          </a:p>
          <a:p xmlns:a="http://schemas.openxmlformats.org/drawingml/2006/main">
            <a:r>
              <a:t>app: https://spike.legoeducation.com/</a:t>
            </a:r>
          </a:p>
          <a:p xmlns:a="http://schemas.openxmlformats.org/drawingml/2006/main">
            <a:r>
              <a:t>화면: SPIKE 웹앱 3.6.1 / 한국어 / 2026-10-10. 예제 코드는 수업 전 실물 Hub에서 시험한다.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신규 과정 · LEGO SPIKE Prime</a:t>
            </a:r>
          </a:p>
          <a:p xmlns:a="http://schemas.openxmlformats.org/drawingml/2006/main">
            <a:r>
              <a:t>시간과 모터 회전량</a:t>
            </a:r>
          </a:p>
          <a:p xmlns:a="http://schemas.openxmlformats.org/drawingml/2006/main">
            <a:r>
              <a:t/>
            </a:r>
          </a:p>
          <a:p xmlns:a="http://schemas.openxmlformats.org/drawingml/2006/main">
            <a:r>
              <a:t>진행 메모</a:t>
            </a:r>
          </a:p>
          <a:p xmlns:a="http://schemas.openxmlformats.org/drawingml/2006/main">
            <a:r>
              <a:t>기본 주행 실습의 마지막 2분. 바퀴 지름과 미끄러짐을 이야기하되 신규 과정에서 거리 환산 공식을 필수로 계산시키지는 않는다. 활동지 2쪽의 반복 시험 기록을 사용한다.</a:t>
            </a:r>
          </a:p>
          <a:p xmlns:a="http://schemas.openxmlformats.org/drawingml/2006/main">
            <a:r>
              <a:t/>
            </a:r>
          </a:p>
          <a:p xmlns:a="http://schemas.openxmlformats.org/drawingml/2006/main">
            <a:r>
              <a:t>출처</a:t>
            </a:r>
          </a:p>
          <a:p xmlns:a="http://schemas.openxmlformats.org/drawingml/2006/main">
            <a:r>
              <a:t>강사 작성 실습 안내</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신규 과정 · LEGO SPIKE Prime</a:t>
            </a:r>
          </a:p>
          <a:p xmlns:a="http://schemas.openxmlformats.org/drawingml/2006/main">
            <a:r>
              <a:t>1차시 실습 확인</a:t>
            </a:r>
          </a:p>
          <a:p xmlns:a="http://schemas.openxmlformats.org/drawingml/2006/main">
            <a:r>
              <a:t/>
            </a:r>
          </a:p>
          <a:p xmlns:a="http://schemas.openxmlformats.org/drawingml/2006/main">
            <a:r>
              <a:t>진행 메모</a:t>
            </a:r>
          </a:p>
          <a:p xmlns:a="http://schemas.openxmlformats.org/drawingml/2006/main">
            <a:r>
              <a:t>점검 5분. 모둠마다 직진·정지를 짧게 실행한다. 잘 안 되면 연결, 센서값, 코드, 조립을 차례로 확인한다. 모터 회전각은 바퀴축의 회전량이고, Hub 방향각은 차체가 바라보는 방향임을 설명하게 한다.</a:t>
            </a:r>
          </a:p>
          <a:p xmlns:a="http://schemas.openxmlformats.org/drawingml/2006/main">
            <a:r>
              <a:t/>
            </a:r>
          </a:p>
          <a:p xmlns:a="http://schemas.openxmlformats.org/drawingml/2006/main">
            <a:r>
              <a:t>출처</a:t>
            </a:r>
          </a:p>
          <a:p xmlns:a="http://schemas.openxmlformats.org/drawingml/2006/main">
            <a:r>
              <a:t>강사 작성 실습 안내</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신규 과정 · LEGO SPIKE Prime</a:t>
            </a:r>
          </a:p>
          <a:p xmlns:a="http://schemas.openxmlformats.org/drawingml/2006/main">
            <a:r>
              <a:t>센서 조건으로 동작 바꾸기</a:t>
            </a:r>
          </a:p>
          <a:p xmlns:a="http://schemas.openxmlformats.org/drawingml/2006/main">
            <a:r>
              <a:t/>
            </a:r>
          </a:p>
          <a:p xmlns:a="http://schemas.openxmlformats.org/drawingml/2006/main">
            <a:r>
              <a:t>출처</a:t>
            </a:r>
          </a:p>
          <a:p xmlns:a="http://schemas.openxmlformats.org/drawingml/2006/main">
            <a:r>
              <a:t>강사 작성 실습 안내</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신규 과정 · LEGO SPIKE Prime</a:t>
            </a:r>
          </a:p>
          <a:p xmlns:a="http://schemas.openxmlformats.org/drawingml/2006/main">
            <a:r>
              <a:t>센서값이 바뀌는지 보기</a:t>
            </a:r>
          </a:p>
          <a:p xmlns:a="http://schemas.openxmlformats.org/drawingml/2006/main">
            <a:r>
              <a:t/>
            </a:r>
          </a:p>
          <a:p xmlns:a="http://schemas.openxmlformats.org/drawingml/2006/main">
            <a:r>
              <a:t>진행 메모</a:t>
            </a:r>
          </a:p>
          <a:p xmlns:a="http://schemas.openxmlformats.org/drawingml/2006/main">
            <a:r>
              <a:t>5분. 모터를 멈추고 센서값만 먼저 읽는다. 힘센서 누르기, 물체 옮기기, 차체 돌리기를 하나씩 해본다. 표시값이 달라지는 것을 확인한 뒤 조건 블록을 붙인다.</a:t>
            </a:r>
          </a:p>
          <a:p xmlns:a="http://schemas.openxmlformats.org/drawingml/2006/main">
            <a:r>
              <a:t/>
            </a:r>
          </a:p>
          <a:p xmlns:a="http://schemas.openxmlformats.org/drawingml/2006/main">
            <a:r>
              <a:t>출처</a:t>
            </a:r>
          </a:p>
          <a:p xmlns:a="http://schemas.openxmlformats.org/drawingml/2006/main">
            <a:r>
              <a:t>강사 작성 실습 안내</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신규 과정 · LEGO SPIKE Prime</a:t>
            </a:r>
          </a:p>
          <a:p xmlns:a="http://schemas.openxmlformats.org/drawingml/2006/main">
            <a:r>
              <a:t>센서 블록 고르기</a:t>
            </a:r>
          </a:p>
          <a:p xmlns:a="http://schemas.openxmlformats.org/drawingml/2006/main">
            <a:r>
              <a:t/>
            </a:r>
          </a:p>
          <a:p xmlns:a="http://schemas.openxmlformats.org/drawingml/2006/main">
            <a:r>
              <a:t>진행 메모</a:t>
            </a:r>
          </a:p>
          <a:p xmlns:a="http://schemas.openxmlformats.org/drawingml/2006/main">
            <a:r>
              <a:t>포트 기본값 A를 바꾸도록 한다. 거리 비교 블록에서 %와 cm를 구별하고 이 활동에서는 cm를 선택한다.</a:t>
            </a:r>
          </a:p>
          <a:p xmlns:a="http://schemas.openxmlformats.org/drawingml/2006/main">
            <a:r>
              <a:t/>
            </a:r>
          </a:p>
          <a:p xmlns:a="http://schemas.openxmlformats.org/drawingml/2006/main">
            <a:r>
              <a:t>출처</a:t>
            </a:r>
          </a:p>
          <a:p xmlns:a="http://schemas.openxmlformats.org/drawingml/2006/main">
            <a:r>
              <a:t>https://spike.legoeducation.com/ · 00_원천자료/G_force/G02_sensor_readable.png</a:t>
            </a:r>
          </a:p>
          <a:p xmlns:a="http://schemas.openxmlformats.org/drawingml/2006/main">
            <a:r>
              <a:t>app: https://spike.legoeducation.com/</a:t>
            </a:r>
          </a:p>
          <a:p xmlns:a="http://schemas.openxmlformats.org/drawingml/2006/main">
            <a:r>
              <a:t>화면: SPIKE 웹앱 3.6.1 / 한국어 / 2026-10-10. 예제 코드는 수업 전 실물 Hub에서 시험한다.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신규 과정 · LEGO SPIKE Prime</a:t>
            </a:r>
          </a:p>
          <a:p xmlns:a="http://schemas.openxmlformats.org/drawingml/2006/main">
            <a:r>
              <a:t>힘센서를 누르면 출발</a:t>
            </a:r>
          </a:p>
          <a:p xmlns:a="http://schemas.openxmlformats.org/drawingml/2006/main">
            <a:r>
              <a:t/>
            </a:r>
          </a:p>
          <a:p xmlns:a="http://schemas.openxmlformats.org/drawingml/2006/main">
            <a:r>
              <a:t>진행 메모</a:t>
            </a:r>
          </a:p>
          <a:p xmlns:a="http://schemas.openxmlformats.org/drawingml/2006/main">
            <a:r>
              <a:t>누름까지 기다리기는 시작 시점만 정한다. 누르고 있는 동안 계속 이동하는 코드가 아니라 1초 이동 후 끝나는 코드다.</a:t>
            </a:r>
          </a:p>
          <a:p xmlns:a="http://schemas.openxmlformats.org/drawingml/2006/main">
            <a:r>
              <a:t/>
            </a:r>
          </a:p>
          <a:p xmlns:a="http://schemas.openxmlformats.org/drawingml/2006/main">
            <a:r>
              <a:t>출처</a:t>
            </a:r>
          </a:p>
          <a:p xmlns:a="http://schemas.openxmlformats.org/drawingml/2006/main">
            <a:r>
              <a:t>https://spike.legoeducation.com/ · 00_원천자료/G_force/G04_press_start.png</a:t>
            </a:r>
          </a:p>
          <a:p xmlns:a="http://schemas.openxmlformats.org/drawingml/2006/main">
            <a:r>
              <a:t>spec: https://education.lego.com/en-us/product-resources/spike-prime/downloads/technical-specifications/</a:t>
            </a:r>
          </a:p>
          <a:p xmlns:a="http://schemas.openxmlformats.org/drawingml/2006/main">
            <a:r>
              <a:t>화면: SPIKE 웹앱 3.6.1 / 한국어 / 2026-10-10. 예제 코드는 수업 전 실물 Hub에서 시험한다.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신규 과정 · LEGO SPIKE Prime</a:t>
            </a:r>
          </a:p>
          <a:p xmlns:a="http://schemas.openxmlformats.org/drawingml/2006/main">
            <a:r>
              <a:t>장애물 앞에서 정지</a:t>
            </a:r>
          </a:p>
          <a:p xmlns:a="http://schemas.openxmlformats.org/drawingml/2006/main">
            <a:r>
              <a:t/>
            </a:r>
          </a:p>
          <a:p xmlns:a="http://schemas.openxmlformats.org/drawingml/2006/main">
            <a:r>
              <a:t>진행 메모</a:t>
            </a:r>
          </a:p>
          <a:p xmlns:a="http://schemas.openxmlformats.org/drawingml/2006/main">
            <a:r>
              <a:t>거리 11분. 먼저 정지한 상태에서 10·20·30cm 값을 비교한 뒤 주행한다. 이 알고리즘은 조건을 만족하면 멈추고 종료한다. 반복해서 다시 출발하는 if-else 코드와 차이를 설명한다. 측정 불가 상태를 처리하지 않은 기본 예제이므로 장애물을 가까이 두고 강사가 정지 버튼을 맡는다. 심화에서는 유효하지 않은 측정값에 정지하도록 확장한다.</a:t>
            </a:r>
          </a:p>
          <a:p xmlns:a="http://schemas.openxmlformats.org/drawingml/2006/main">
            <a:r>
              <a:t/>
            </a:r>
          </a:p>
          <a:p xmlns:a="http://schemas.openxmlformats.org/drawingml/2006/main">
            <a:r>
              <a:t>출처</a:t>
            </a:r>
          </a:p>
          <a:p xmlns:a="http://schemas.openxmlformats.org/drawingml/2006/main">
            <a:r>
              <a:t>https://spike.legoeducation.com/ · 00_원천자료/H_distance/H04_stop20cm.png</a:t>
            </a:r>
          </a:p>
          <a:p xmlns:a="http://schemas.openxmlformats.org/drawingml/2006/main">
            <a:r>
              <a:t>cart: https://education.lego.com/en-us/lessons/spike-python-u3-sensor-control/spike-python-u3l3/</a:t>
            </a:r>
          </a:p>
          <a:p xmlns:a="http://schemas.openxmlformats.org/drawingml/2006/main">
            <a:r>
              <a:t>화면: SPIKE 웹앱 3.6.1 / 한국어 / 2026-10-10. 예제 코드는 수업 전 실물 Hub에서 시험한다.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신규 과정 · LEGO SPIKE Prime</a:t>
            </a:r>
          </a:p>
          <a:p xmlns:a="http://schemas.openxmlformats.org/drawingml/2006/main">
            <a:r>
              <a:t>장애물을 치우면 다시 출발</a:t>
            </a:r>
          </a:p>
          <a:p xmlns:a="http://schemas.openxmlformats.org/drawingml/2006/main">
            <a:r>
              <a:t/>
            </a:r>
          </a:p>
          <a:p xmlns:a="http://schemas.openxmlformats.org/drawingml/2006/main">
            <a:r>
              <a:t>진행 메모</a:t>
            </a:r>
          </a:p>
          <a:p xmlns:a="http://schemas.openxmlformats.org/drawingml/2006/main">
            <a:r>
              <a:t>앞의 기다리기 코드는 정지 후 끝난다. 이 코드는 장애물을 치우면 재출발한다. 계속 정지시키려면 상태를 따로 기억해야 한다.</a:t>
            </a:r>
          </a:p>
          <a:p xmlns:a="http://schemas.openxmlformats.org/drawingml/2006/main">
            <a:r>
              <a:t/>
            </a:r>
          </a:p>
          <a:p xmlns:a="http://schemas.openxmlformats.org/drawingml/2006/main">
            <a:r>
              <a:t>출처</a:t>
            </a:r>
          </a:p>
          <a:p xmlns:a="http://schemas.openxmlformats.org/drawingml/2006/main">
            <a:r>
              <a:t>https://spike.legoeducation.com/ · 00_원천자료/K_control/K09_repeat_distance.png</a:t>
            </a:r>
          </a:p>
          <a:p xmlns:a="http://schemas.openxmlformats.org/drawingml/2006/main">
            <a:r>
              <a:t>강사 작성 실습 안내</a:t>
            </a:r>
          </a:p>
          <a:p xmlns:a="http://schemas.openxmlformats.org/drawingml/2006/main">
            <a:r>
              <a:t>화면: SPIKE 웹앱 3.6.1 / 한국어 / 2026-10-10. 예제 코드는 수업 전 실물 Hub에서 시험한다.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신규 과정 · LEGO SPIKE Prime</a:t>
            </a:r>
          </a:p>
          <a:p xmlns:a="http://schemas.openxmlformats.org/drawingml/2006/main">
            <a:r>
              <a:t>조건을 반복해서 확인하는 블록</a:t>
            </a:r>
          </a:p>
          <a:p xmlns:a="http://schemas.openxmlformats.org/drawingml/2006/main">
            <a:r>
              <a:t/>
            </a:r>
          </a:p>
          <a:p xmlns:a="http://schemas.openxmlformats.org/drawingml/2006/main">
            <a:r>
              <a:t>진행 메모</a:t>
            </a:r>
          </a:p>
          <a:p xmlns:a="http://schemas.openxmlformats.org/drawingml/2006/main">
            <a:r>
              <a:t>빈 육각형 칸에 센서 조건이 들어감을 보여 준다. 같은 조건을 반복 안팎에 넣었을 때 언제 다시 확인하는지 묻는다.</a:t>
            </a:r>
          </a:p>
          <a:p xmlns:a="http://schemas.openxmlformats.org/drawingml/2006/main">
            <a:r>
              <a:t/>
            </a:r>
          </a:p>
          <a:p xmlns:a="http://schemas.openxmlformats.org/drawingml/2006/main">
            <a:r>
              <a:t>출처</a:t>
            </a:r>
          </a:p>
          <a:p xmlns:a="http://schemas.openxmlformats.org/drawingml/2006/main">
            <a:r>
              <a:t>https://spike.legoeducation.com/ · 00_원천자료/K_control/K01_control_top.png</a:t>
            </a:r>
          </a:p>
          <a:p xmlns:a="http://schemas.openxmlformats.org/drawingml/2006/main">
            <a:r>
              <a:t>https://spike.legoeducation.com/ · 00_원천자료/K_control/K01_control_bottom.png</a:t>
            </a:r>
          </a:p>
          <a:p xmlns:a="http://schemas.openxmlformats.org/drawingml/2006/main">
            <a:r>
              <a:t>app: https://spike.legoeducation.com/</a:t>
            </a:r>
          </a:p>
          <a:p xmlns:a="http://schemas.openxmlformats.org/drawingml/2006/main">
            <a:r>
              <a:t>화면: SPIKE 웹앱 3.6.1 / 한국어 / 2026-10-10. 예제 코드는 수업 전 실물 Hub에서 시험한다.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신규 과정 · LEGO SPIKE Prime</a:t>
            </a:r>
          </a:p>
          <a:p xmlns:a="http://schemas.openxmlformats.org/drawingml/2006/main">
            <a:r>
              <a:t>검정 테이프에서 정지</a:t>
            </a:r>
          </a:p>
          <a:p xmlns:a="http://schemas.openxmlformats.org/drawingml/2006/main">
            <a:r>
              <a:t/>
            </a:r>
          </a:p>
          <a:p xmlns:a="http://schemas.openxmlformats.org/drawingml/2006/main">
            <a:r>
              <a:t>진행 메모</a:t>
            </a:r>
          </a:p>
          <a:p xmlns:a="http://schemas.openxmlformats.org/drawingml/2006/main">
            <a:r>
              <a:t>컬러 6분. 색상 이름 감지와 반사광 숫자 측정을 구분한다. 주변 빛·표면 광택·센서 높이가 결과에 영향을 줄 수 있다. 임의의 높이를 정답으로 고정하지 않고 같은 높이에서 두 표면을 비교한다. 라인트레이싱은 전·현직 과정에서 다룬다.</a:t>
            </a:r>
          </a:p>
          <a:p xmlns:a="http://schemas.openxmlformats.org/drawingml/2006/main">
            <a:r>
              <a:t/>
            </a:r>
          </a:p>
          <a:p xmlns:a="http://schemas.openxmlformats.org/drawingml/2006/main">
            <a:r>
              <a:t>출처</a:t>
            </a:r>
          </a:p>
          <a:p xmlns:a="http://schemas.openxmlformats.org/drawingml/2006/main">
            <a:r>
              <a:t>https://spike.legoeducation.com/ · 00_원천자료/I_color/I04_black_stop.png</a:t>
            </a:r>
          </a:p>
          <a:p xmlns:a="http://schemas.openxmlformats.org/drawingml/2006/main">
            <a:r>
              <a:t>line: https://education.lego.com/en-us/lessons/prime-competition-ready/training-camp-3-react-to-lines/</a:t>
            </a:r>
          </a:p>
          <a:p xmlns:a="http://schemas.openxmlformats.org/drawingml/2006/main">
            <a:r>
              <a:t>spec: https://education.lego.com/en-us/product-resources/spike-prime/downloads/technical-specifications/</a:t>
            </a:r>
          </a:p>
          <a:p xmlns:a="http://schemas.openxmlformats.org/drawingml/2006/main">
            <a:r>
              <a:t>화면: SPIKE 웹앱 3.6.1 / 한국어 / 2026-10-10. 예제 코드는 수업 전 실물 Hub에서 시험한다.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신규 과정 · LEGO SPIKE Prime</a:t>
            </a:r>
          </a:p>
          <a:p xmlns:a="http://schemas.openxmlformats.org/drawingml/2006/main">
            <a:r>
              <a:t>Hub 각도로 90° 회전</a:t>
            </a:r>
          </a:p>
          <a:p xmlns:a="http://schemas.openxmlformats.org/drawingml/2006/main">
            <a:r>
              <a:t/>
            </a:r>
          </a:p>
          <a:p xmlns:a="http://schemas.openxmlformats.org/drawingml/2006/main">
            <a:r>
              <a:t>진행 메모</a:t>
            </a:r>
          </a:p>
          <a:p xmlns:a="http://schemas.openxmlformats.org/drawingml/2006/main">
            <a:r>
              <a:t>자이로 6분. 시작할 때 요 각도와 타이머를 초기화한다. 화면의 조건은 절댓값이 90도 이상이거나 5초가 지났을 때 정지한다. 차체를 손으로 돌려 부호를 먼저 확인하고, 낮은 속도로 시험한다. 모터축 90도 회전과 차체 방향 90도 회전을 비교한다.</a:t>
            </a:r>
          </a:p>
          <a:p xmlns:a="http://schemas.openxmlformats.org/drawingml/2006/main">
            <a:r>
              <a:t/>
            </a:r>
          </a:p>
          <a:p xmlns:a="http://schemas.openxmlformats.org/drawingml/2006/main">
            <a:r>
              <a:t>출처</a:t>
            </a:r>
          </a:p>
          <a:p xmlns:a="http://schemas.openxmlformats.org/drawingml/2006/main">
            <a:r>
              <a:t>https://spike.legoeducation.com/ · 00_원천자료/J_gyro/J04_turn90.png</a:t>
            </a:r>
          </a:p>
          <a:p xmlns:a="http://schemas.openxmlformats.org/drawingml/2006/main">
            <a:r>
              <a:t>강사 작성 실습 안내</a:t>
            </a:r>
          </a:p>
          <a:p xmlns:a="http://schemas.openxmlformats.org/drawingml/2006/main">
            <a:r>
              <a:t>화면: SPIKE 웹앱 3.6.1 / 한국어 / 2026-10-10. 예제 코드는 수업 전 실물 Hub에서 시험한다.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신규 과정 · LEGO SPIKE Prime</a:t>
            </a:r>
          </a:p>
          <a:p xmlns:a="http://schemas.openxmlformats.org/drawingml/2006/main">
            <a:r>
              <a:t>학교에서 해볼 40분 활동</a:t>
            </a:r>
          </a:p>
          <a:p xmlns:a="http://schemas.openxmlformats.org/drawingml/2006/main">
            <a:r>
              <a:t/>
            </a:r>
          </a:p>
          <a:p xmlns:a="http://schemas.openxmlformats.org/drawingml/2006/main">
            <a:r>
              <a:t>진행 메모</a:t>
            </a:r>
          </a:p>
          <a:p xmlns:a="http://schemas.openxmlformats.org/drawingml/2006/main">
            <a:r>
              <a:t>학교에서 진행할 40분 활동 예시다. 이미 조립한 베이스로 시작한다. 조립부터 해야 한다면 앞 차시를 따로 배정한다. 신규 활동지 5쪽에 활동 계획을 적는다.</a:t>
            </a:r>
          </a:p>
          <a:p xmlns:a="http://schemas.openxmlformats.org/drawingml/2006/main">
            <a:r>
              <a:t/>
            </a:r>
          </a:p>
          <a:p xmlns:a="http://schemas.openxmlformats.org/drawingml/2006/main">
            <a:r>
              <a:t>출처</a:t>
            </a:r>
          </a:p>
          <a:p xmlns:a="http://schemas.openxmlformats.org/drawingml/2006/main">
            <a:r>
              <a:t>강사 작성 실습 안내</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신규 과정 · LEGO SPIKE Prime</a:t>
            </a:r>
          </a:p>
          <a:p xmlns:a="http://schemas.openxmlformats.org/drawingml/2006/main">
            <a:r>
              <a:t>수업 중 자주 만나는 문제</a:t>
            </a:r>
          </a:p>
          <a:p xmlns:a="http://schemas.openxmlformats.org/drawingml/2006/main">
            <a:r>
              <a:t/>
            </a:r>
          </a:p>
          <a:p xmlns:a="http://schemas.openxmlformats.org/drawingml/2006/main">
            <a:r>
              <a:t>진행 메모</a:t>
            </a:r>
          </a:p>
          <a:p xmlns:a="http://schemas.openxmlformats.org/drawingml/2006/main">
            <a:r>
              <a:t>증상을 듣고 연결, 센서값, 코드, 조립을 차례로 확인한다. 한 가지만 바꿔 다시 시험한다. 해결한 뒤 무엇을 바꾸었는지 말하게 한다. 체크리스트 2쪽을 함께 사용한다.</a:t>
            </a:r>
          </a:p>
          <a:p xmlns:a="http://schemas.openxmlformats.org/drawingml/2006/main">
            <a:r>
              <a:t/>
            </a:r>
          </a:p>
          <a:p xmlns:a="http://schemas.openxmlformats.org/drawingml/2006/main">
            <a:r>
              <a:t>출처</a:t>
            </a:r>
          </a:p>
          <a:p xmlns:a="http://schemas.openxmlformats.org/drawingml/2006/main">
            <a:r>
              <a:t>강사 작성 실습 안내</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신규 과정 · LEGO SPIKE Prime</a:t>
            </a:r>
          </a:p>
          <a:p xmlns:a="http://schemas.openxmlformats.org/drawingml/2006/main">
            <a:r>
              <a:t>학생이 “안 돼요”라고 할 때</a:t>
            </a:r>
          </a:p>
          <a:p xmlns:a="http://schemas.openxmlformats.org/drawingml/2006/main">
            <a:r>
              <a:t/>
            </a:r>
          </a:p>
          <a:p xmlns:a="http://schemas.openxmlformats.org/drawingml/2006/main">
            <a:r>
              <a:t>진행 메모</a:t>
            </a:r>
          </a:p>
          <a:p xmlns:a="http://schemas.openxmlformats.org/drawingml/2006/main">
            <a:r>
              <a:t>짝 역할극 3분. 학생 역할과 튜터 역할을 번갈아 맡는다. 튜터는 학생이 센서값을 읽고 다음 시험을 정하도록 질문한다. 학생이 바꾸어 본 값과 그 결과를 함께 듣는다.</a:t>
            </a:r>
          </a:p>
          <a:p xmlns:a="http://schemas.openxmlformats.org/drawingml/2006/main">
            <a:r>
              <a:t/>
            </a:r>
          </a:p>
          <a:p xmlns:a="http://schemas.openxmlformats.org/drawingml/2006/main">
            <a:r>
              <a:t>출처</a:t>
            </a:r>
          </a:p>
          <a:p xmlns:a="http://schemas.openxmlformats.org/drawingml/2006/main">
            <a:r>
              <a:t>강사 작성 실습 안내</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신규 과정 · LEGO SPIKE Prime</a:t>
            </a:r>
          </a:p>
          <a:p xmlns:a="http://schemas.openxmlformats.org/drawingml/2006/main">
            <a:r>
              <a:t>실습 확인과 정리</a:t>
            </a:r>
          </a:p>
          <a:p xmlns:a="http://schemas.openxmlformats.org/drawingml/2006/main">
            <a:r>
              <a:t/>
            </a:r>
          </a:p>
          <a:p xmlns:a="http://schemas.openxmlformats.org/drawingml/2006/main">
            <a:r>
              <a:t>진행 메모</a:t>
            </a:r>
          </a:p>
          <a:p xmlns:a="http://schemas.openxmlformats.org/drawingml/2006/main">
            <a:r>
              <a:t>평가 5분. 답: Q1은 17에서 정지, 23에서 계속 이동(if-else 기준). Q2는 반복이 센서의 변화에 다시 반응하게 한다. Q3은 포트를 확인하고 모터 한 개만 짧게 실행한다. 강사는 연결·기본주행·센서조건·설명 네 요소를 각각 확인한다.</a:t>
            </a:r>
          </a:p>
          <a:p xmlns:a="http://schemas.openxmlformats.org/drawingml/2006/main">
            <a:r>
              <a:t/>
            </a:r>
          </a:p>
          <a:p xmlns:a="http://schemas.openxmlformats.org/drawingml/2006/main">
            <a:r>
              <a:t>출처</a:t>
            </a:r>
          </a:p>
          <a:p xmlns:a="http://schemas.openxmlformats.org/drawingml/2006/main">
            <a:r>
              <a:t>강사 작성 실습 안내</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신규 과정 · LEGO SPIKE Prime</a:t>
            </a:r>
          </a:p>
          <a:p xmlns:a="http://schemas.openxmlformats.org/drawingml/2006/main">
            <a:r>
              <a:t>수업 준비에 참고할 자료</a:t>
            </a:r>
          </a:p>
          <a:p xmlns:a="http://schemas.openxmlformats.org/drawingml/2006/main">
            <a:r>
              <a:t/>
            </a:r>
          </a:p>
          <a:p xmlns:a="http://schemas.openxmlformats.org/drawingml/2006/main">
            <a:r>
              <a:t>진행 메모</a:t>
            </a:r>
          </a:p>
          <a:p xmlns:a="http://schemas.openxmlformats.org/drawingml/2006/main">
            <a:r>
              <a:t>공식 링크는 발표자 노트와 공통 매뉴얼 25~26쪽에 있다. 수업 전에 사용할 기기에서 연결과 저장을 시험하고, 예제 코드를 실물 Hub에서 실행해 본다.</a:t>
            </a:r>
          </a:p>
          <a:p xmlns:a="http://schemas.openxmlformats.org/drawingml/2006/main">
            <a:r>
              <a:t/>
            </a:r>
          </a:p>
          <a:p xmlns:a="http://schemas.openxmlformats.org/drawingml/2006/main">
            <a:r>
              <a:t>출처</a:t>
            </a:r>
          </a:p>
          <a:p xmlns:a="http://schemas.openxmlformats.org/drawingml/2006/main">
            <a:r>
              <a:t>app: https://spike.legoeducation.com/</a:t>
            </a:r>
          </a:p>
          <a:p xmlns:a="http://schemas.openxmlformats.org/drawingml/2006/main">
            <a:r>
              <a:t>build: https://education.lego.com/en-us/product-resources/spike-prime/downloads/building-instructions/</a:t>
            </a:r>
          </a:p>
          <a:p xmlns:a="http://schemas.openxmlformats.org/drawingml/2006/main">
            <a:r>
              <a:t>connect: https://education.lego.com/en-us/product-resources/spike-prime/troubleshooting/bluetooth-connectivity/</a:t>
            </a:r>
          </a:p>
          <a:p xmlns:a="http://schemas.openxmlformats.org/drawingml/2006/main">
            <a:r>
              <a:t>spec: https://education.lego.com/en-us/product-resources/spike-prime/downloads/technical-specifications/</a:t>
            </a:r>
          </a:p>
          <a:p xmlns:a="http://schemas.openxmlformats.org/drawingml/2006/main">
            <a:r>
              <a:t>requirements: https://education.lego.com/en-us/product-resources/spike-prime/downloads/system-requirements/</a:t>
            </a:r>
          </a:p>
          <a:p xmlns:a="http://schemas.openxmlformats.org/drawingml/2006/main">
            <a:r>
              <a:t>faq: https://education.lego.com/en-us/product-resources/spike-prime/troubleshooting/spike-prime-faqs/</a:t>
            </a:r>
          </a:p>
          <a:p xmlns:a="http://schemas.openxmlformats.org/drawingml/2006/main">
            <a:r>
              <a:t>python: https://spike.legoeducation.com/prime/help/lls-help-python</a:t>
            </a:r>
          </a:p>
          <a:p xmlns:a="http://schemas.openxmlformats.org/drawingml/2006/main">
            <a:r>
              <a:t>cart: https://education.lego.com/en-us/lessons/spike-python-u3-sensor-control/spike-python-u3l3/</a:t>
            </a:r>
          </a:p>
          <a:p xmlns:a="http://schemas.openxmlformats.org/drawingml/2006/main">
            <a:r>
              <a:t>line: https://education.lego.com/en-us/lessons/prime-competition-ready/training-camp-3-react-to-lines/</a:t>
            </a:r>
          </a:p>
          <a:p xmlns:a="http://schemas.openxmlformats.org/drawingml/2006/main">
            <a:r>
              <a:t>programs: https://assets.education.lego.com/v3/assets/blt293eea581807678a/blt02bcbffa2bf460b5/65df44a50f1d35dffdca4995/EN-US-SPIKE-Prime-Python-Programs_Feb-2024.pdf?locale=en-us</a:t>
            </a:r>
          </a:p>
          <a:p xmlns:a="http://schemas.openxmlformats.org/drawingml/2006/main">
            <a:r>
              <a:t>intro: https://assets.education.lego.com/v3/assets/blt293eea581807678a/blt834b554cdaa246f7/6584064fd082f7672425e7ea/File_1_Units12345_Intro_to_Python_Course_TG_Course.pdf?locale=en-us</a:t>
            </a:r>
          </a:p>
          <a:p xmlns:a="http://schemas.openxmlformats.org/drawingml/2006/main">
            <a:r>
              <a:t>tilt: https://education.lego.com/en-us/lessons/spike-python-u5-playing-games-with-simple-conditions/spike-python-u5l1-controlling-motion-with-tilt/</a:t>
            </a:r>
          </a:p>
          <a:p xmlns:a="http://schemas.openxmlformats.org/drawingml/2006/main">
            <a:r>
              <a:t>compat: https://assets.education.lego.com/v3/assets/blt293eea581807678a/bltbf8a6cefbd8c815c/63d82292771d7f10c63c274e/LEGO_Education_SPIKE_App_3_Device_Compatibility_and_Connectivity.pdf</a:t>
            </a:r>
          </a:p>
          <a:p xmlns:a="http://schemas.openxmlformats.org/drawingml/2006/main">
            <a:r>
              <a:t>driving: https://education.lego.com/en-us/lessons/prime-competition-ready/training-camp-1-driving-around/</a:t>
            </a:r>
          </a:p>
          <a:p xmlns:a="http://schemas.openxmlformats.org/drawingml/2006/main">
            <a:r>
              <a:t>updates: https://education.lego.com/en-us/downloads/spike-app/software/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1cf0e9d10464aee" /><Relationship Type="http://schemas.openxmlformats.org/officeDocument/2006/relationships/image" Target="/ppt/media/image.jpeg" Id="R317d5f25c23e4127"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d85c867e962c4512" /><Relationship Type="http://schemas.openxmlformats.org/officeDocument/2006/relationships/image" Target="/ppt/media/image2.jpeg" Id="R6fe0662c053f4cdb"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35cc77a55bbc42f6" /><Relationship Type="http://schemas.openxmlformats.org/officeDocument/2006/relationships/image" Target="/ppt/media/image3.jpeg" Id="R3c51de1bbb3f41a7" /></Relationships>
</file>

<file path=ppt/slideLayouts/slideLayout1.xml><?xml version="1.0" encoding="utf-8"?>
<p:sldLayout xmlns:p="http://schemas.openxmlformats.org/presentationml/2006/main" preserve="1" userDrawn="1">
  <p:cSld name="표지">
    <p:spTree>
      <p:nvGrpSpPr>
        <p:cNvPr id="1" name=""/>
        <p:cNvGrpSpPr/>
        <p:nvPr/>
      </p:nvGrpSpPr>
      <p:grpSpPr>
        <a:xfrm xmlns:a="http://schemas.openxmlformats.org/drawingml/2006/main"/>
      </p:grpSpPr>
      <p:pic>
        <p:nvPicPr>
          <p:cNvPr id="8" name="그림 7">
            <a:extLst xmlns:a="http://schemas.openxmlformats.org/drawingml/2006/main">
              <a:ext uri="{FF2B5EF4-FFF2-40B4-BE49-F238E27FC236}">
                <a16:creationId xmlns:a16="http://schemas.microsoft.com/office/drawing/2014/main" id="{1848B196-E23D-43DA-8E47-2A54463D8F3C}"/>
              </a:ext>
            </a:extLst>
          </p:cNvPr>
          <p:cNvPicPr>
            <a:picLocks xmlns:a="http://schemas.openxmlformats.org/drawingml/2006/main" noChangeAspect="1"/>
          </p:cNvPicPr>
          <p:nvPr/>
        </p:nvPicPr>
        <p:blipFill>
          <a:blip xmlns:r="http://schemas.openxmlformats.org/officeDocument/2006/relationships" xmlns:a="http://schemas.openxmlformats.org/drawingml/2006/main" r:embed="R317d5f25c23e4127"/>
          <a:stretch xmlns:a="http://schemas.openxmlformats.org/drawingml/2006/main">
            <a:fillRect l="0" t="0" r="0" b="0"/>
          </a:stretch>
        </p:blipFill>
        <p:spPr>
          <a:xfrm xmlns:a="http://schemas.openxmlformats.org/drawingml/2006/main">
            <a:off x="0" y="519"/>
            <a:ext cx="10691813" cy="7558636"/>
          </a:xfrm>
          <a:prstGeom xmlns:a="http://schemas.openxmlformats.org/drawingml/2006/main" prst="rect">
            <a:avLst/>
          </a:prstGeom>
        </p:spPr>
      </p:pic>
    </p:spTree>
  </p:cSld>
</p:sldLayout>
</file>

<file path=ppt/slideLayouts/slideLayout2.xml><?xml version="1.0" encoding="utf-8"?>
<p:sldLayout xmlns:p="http://schemas.openxmlformats.org/presentationml/2006/main" preserve="1" userDrawn="1">
  <p:cSld name="교수학습자료">
    <p:spTree>
      <p:nvGrpSpPr>
        <p:cNvPr id="1" name=""/>
        <p:cNvGrpSpPr/>
        <p:nvPr/>
      </p:nvGrpSpPr>
      <p:grpSpPr>
        <a:xfrm xmlns:a="http://schemas.openxmlformats.org/drawingml/2006/main"/>
      </p:grpSpPr>
      <p:pic>
        <p:nvPicPr>
          <p:cNvPr id="6" name="그림 5">
            <a:extLst xmlns:a="http://schemas.openxmlformats.org/drawingml/2006/main">
              <a:ext uri="{FF2B5EF4-FFF2-40B4-BE49-F238E27FC236}">
                <a16:creationId xmlns:a16="http://schemas.microsoft.com/office/drawing/2014/main" id="{B36961D7-4DD4-4B56-941E-9AB0D4C55298}"/>
              </a:ext>
            </a:extLst>
          </p:cNvPr>
          <p:cNvPicPr>
            <a:picLocks xmlns:a="http://schemas.openxmlformats.org/drawingml/2006/main" noChangeAspect="1"/>
          </p:cNvPicPr>
          <p:nvPr/>
        </p:nvPicPr>
        <p:blipFill>
          <a:blip xmlns:r="http://schemas.openxmlformats.org/officeDocument/2006/relationships" xmlns:a="http://schemas.openxmlformats.org/drawingml/2006/main" r:embed="R6fe0662c053f4cdb"/>
          <a:stretch xmlns:a="http://schemas.openxmlformats.org/drawingml/2006/main">
            <a:fillRect l="0" t="0" r="0" b="0"/>
          </a:stretch>
        </p:blipFill>
        <p:spPr>
          <a:xfrm xmlns:a="http://schemas.openxmlformats.org/drawingml/2006/main">
            <a:off x="0" y="519"/>
            <a:ext cx="10691813" cy="7558636"/>
          </a:xfrm>
          <a:prstGeom xmlns:a="http://schemas.openxmlformats.org/drawingml/2006/main" prst="rect">
            <a:avLst/>
          </a:prstGeom>
        </p:spPr>
      </p:pic>
      <p:sp>
        <p:nvSpPr>
          <p:cNvPr id="3" name="TextBox 2">
            <a:extLst xmlns:a="http://schemas.openxmlformats.org/drawingml/2006/main">
              <a:ext uri="{FF2B5EF4-FFF2-40B4-BE49-F238E27FC236}">
                <a16:creationId xmlns:a16="http://schemas.microsoft.com/office/drawing/2014/main" id="{7364E0BB-B214-427F-85FF-C68772B913B8}"/>
              </a:ext>
            </a:extLst>
          </p:cNvPr>
          <p:cNvSpPr>
            <a:spLocks xmlns:a="http://schemas.openxmlformats.org/drawingml/2006/main" noGrp="1"/>
          </p:cNvSpPr>
          <p:nvPr/>
        </p:nvSpPr>
        <p:spPr>
          <a:xfrm xmlns:a="http://schemas.openxmlformats.org/drawingml/2006/main">
            <a:off x="654799" y="676910"/>
            <a:ext cx="2810065" cy="184666"/>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r>
              <a:rPr sz="1200">
                <a:ln>
                  <a:solidFill>
                    <a:schemeClr val="tx1">
                      <a:alpha val="0"/>
                    </a:schemeClr>
                  </a:solidFill>
                </a:ln>
                <a:solidFill>
                  <a:srgbClr val="F49737"/>
                </a:solidFill>
                <a:latin typeface="KoPubDotum"/>
                <a:ea typeface="KoPubDotum"/>
                <a:cs typeface="KoPubDotum"/>
              </a:rPr>
              <a:t>디지털튜터</a:t>
            </a:r>
            <a:r>
              <a:rPr sz="1200">
                <a:ln>
                  <a:solidFill>
                    <a:schemeClr val="tx1">
                      <a:alpha val="0"/>
                    </a:schemeClr>
                  </a:solidFill>
                </a:ln>
                <a:solidFill>
                  <a:srgbClr val="F49737"/>
                </a:solidFill>
                <a:latin typeface="KoPubDotum"/>
                <a:ea typeface="KoPubDotum"/>
                <a:cs typeface="KoPubDotum"/>
              </a:rPr>
              <a:t> 지역특화 공통과정 교수학습자료</a:t>
            </a:r>
          </a:p>
        </p:txBody>
      </p:sp>
    </p:spTree>
  </p:cSld>
</p:sldLayout>
</file>

<file path=ppt/slideLayouts/slideLayout3.xml><?xml version="1.0" encoding="utf-8"?>
<p:sldLayout xmlns:p="http://schemas.openxmlformats.org/presentationml/2006/main" preserve="1" userDrawn="1">
  <p:cSld name="단원">
    <p:spTree>
      <p:nvGrpSpPr>
        <p:cNvPr id="1" name=""/>
        <p:cNvGrpSpPr/>
        <p:nvPr/>
      </p:nvGrpSpPr>
      <p:grpSpPr>
        <a:xfrm xmlns:a="http://schemas.openxmlformats.org/drawingml/2006/main"/>
      </p:grpSpPr>
      <p:pic>
        <p:nvPicPr>
          <p:cNvPr id="2" name="그림 1">
            <a:extLst xmlns:a="http://schemas.openxmlformats.org/drawingml/2006/main">
              <a:ext uri="{FF2B5EF4-FFF2-40B4-BE49-F238E27FC236}">
                <a16:creationId xmlns:a16="http://schemas.microsoft.com/office/drawing/2014/main" id="{13815C38-E0F1-4F2A-B6EC-E0F63FA80E0A}"/>
              </a:ext>
            </a:extLst>
          </p:cNvPr>
          <p:cNvPicPr>
            <a:picLocks xmlns:a="http://schemas.openxmlformats.org/drawingml/2006/main" noChangeAspect="1"/>
          </p:cNvPicPr>
          <p:nvPr/>
        </p:nvPicPr>
        <p:blipFill>
          <a:blip xmlns:r="http://schemas.openxmlformats.org/officeDocument/2006/relationships" xmlns:a="http://schemas.openxmlformats.org/drawingml/2006/main" r:embed="R3c51de1bbb3f41a7"/>
          <a:stretch xmlns:a="http://schemas.openxmlformats.org/drawingml/2006/main">
            <a:fillRect l="0" t="0" r="0" b="0"/>
          </a:stretch>
        </p:blipFill>
        <p:spPr>
          <a:xfrm xmlns:a="http://schemas.openxmlformats.org/drawingml/2006/main">
            <a:off x="0" y="519"/>
            <a:ext cx="10691813" cy="7558636"/>
          </a:xfrm>
          <a:prstGeom xmlns:a="http://schemas.openxmlformats.org/drawingml/2006/main" prst="rect">
            <a:avLst/>
          </a:prstGeom>
        </p:spPr>
      </p:pic>
      <p:sp>
        <p:nvSpPr>
          <p:cNvPr id="3" name="Google Shape;212;p54">
            <a:extLst xmlns:a="http://schemas.openxmlformats.org/drawingml/2006/main">
              <a:ext uri="{FF2B5EF4-FFF2-40B4-BE49-F238E27FC236}">
                <a16:creationId xmlns:a16="http://schemas.microsoft.com/office/drawing/2014/main" id="{33BF1305-87DB-2AB6-95E9-150F751EC88A}"/>
              </a:ext>
            </a:extLst>
          </p:cNvPr>
          <p:cNvSpPr>
            <a:spLocks xmlns:a="http://schemas.openxmlformats.org/drawingml/2006/main" noGrp="1"/>
          </p:cNvSpPr>
          <p:nvPr/>
        </p:nvSpPr>
        <p:spPr>
          <a:xfrm xmlns:a="http://schemas.openxmlformats.org/drawingml/2006/main">
            <a:off x="5238434" y="7098469"/>
            <a:ext cx="229230" cy="15388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none" lIns="0" tIns="0" rIns="0" bIns="0" anchor="t">
            <a:spAutoFit/>
          </a:bodyPr>
          <a:lstStyle xmlns:a="http://schemas.openxmlformats.org/drawingml/2006/main"/>
          <a:p xmlns:a="http://schemas.openxmlformats.org/drawingml/2006/main"/>
        </p:txBody>
      </p:sp>
      <p:sp>
        <p:nvSpPr>
          <p:cNvPr id="5" name="Google Shape;260;p54">
            <a:extLst xmlns:a="http://schemas.openxmlformats.org/drawingml/2006/main">
              <a:ext uri="{FF2B5EF4-FFF2-40B4-BE49-F238E27FC236}">
                <a16:creationId xmlns:a16="http://schemas.microsoft.com/office/drawing/2014/main" id="{24841D08-D74E-429F-B4E0-EE5A15A7B413}"/>
              </a:ext>
            </a:extLst>
          </p:cNvPr>
          <p:cNvSpPr>
            <a:spLocks xmlns:a="http://schemas.openxmlformats.org/drawingml/2006/main" noGrp="1"/>
          </p:cNvSpPr>
          <p:nvPr/>
        </p:nvSpPr>
        <p:spPr>
          <a:xfrm xmlns:a="http://schemas.openxmlformats.org/drawingml/2006/main">
            <a:off x="7551288" y="7100882"/>
            <a:ext cx="2654750" cy="12311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marR="0" lvl="0" indent="0" algn="r">
              <a:lnSpc>
                <a:spcPct val="100000"/>
              </a:lnSpc>
              <a:spcBef>
                <a:spcPts val="0"/>
              </a:spcBef>
              <a:spcAft>
                <a:spcPts val="0"/>
              </a:spcAft>
              <a:buClr>
                <a:srgbClr val="3F3F3F"/>
              </a:buClr>
              <a:buSzPts val="800"/>
              <a:buFont typeface="KoPubDotum"/>
              <a:buNone/>
            </a:pPr>
            <a:r>
              <a:rPr sz="800">
                <a:ln>
                  <a:solidFill>
                    <a:schemeClr val="tx1">
                      <a:alpha val="0"/>
                    </a:schemeClr>
                  </a:solidFill>
                </a:ln>
                <a:solidFill>
                  <a:srgbClr val="3F3F3F"/>
                </a:solidFill>
                <a:latin typeface="KoPubDotum"/>
                <a:ea typeface="KoPubDotum"/>
                <a:cs typeface="KoPubDotum"/>
              </a:rPr>
              <a:t>지역특화 공통과정 교수학습자료 </a:t>
            </a:r>
            <a:r>
              <a:rPr sz="800" b="1">
                <a:ln>
                  <a:solidFill>
                    <a:schemeClr val="tx1">
                      <a:alpha val="0"/>
                    </a:schemeClr>
                  </a:solidFill>
                </a:ln>
                <a:solidFill>
                  <a:srgbClr val="3F3F3F"/>
                </a:solidFill>
                <a:latin typeface="KoPubDotum"/>
                <a:ea typeface="KoPubDotum"/>
                <a:cs typeface="KoPubDotum"/>
              </a:rPr>
              <a:t>디지털튜터</a:t>
            </a:r>
            <a:endParaRPr sz="800" b="1">
              <a:ln>
                <a:solidFill>
                  <a:schemeClr val="tx1">
                    <a:alpha val="0"/>
                  </a:schemeClr>
                </a:solidFill>
              </a:ln>
              <a:latin typeface="KoPubDotum"/>
              <a:ea typeface="KoPubDotum"/>
              <a:cs typeface="KoPubDotum"/>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beefe85c49a43f2" /><Relationship Type="http://schemas.openxmlformats.org/officeDocument/2006/relationships/slideLayout" Target="/ppt/slideLayouts/slideLayout1.xml" Id="R14a729247a9244a3" /><Relationship Type="http://schemas.openxmlformats.org/officeDocument/2006/relationships/slideLayout" Target="/ppt/slideLayouts/slideLayout2.xml" Id="R15d507bbfc784865" /><Relationship Type="http://schemas.openxmlformats.org/officeDocument/2006/relationships/slideLayout" Target="/ppt/slideLayouts/slideLayout3.xml" Id="Re2bd59377cde44c1"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4a729247a9244a3"/>
    <p:sldLayoutId xmlns:r="http://schemas.openxmlformats.org/officeDocument/2006/relationships" id="2147483650" r:id="R15d507bbfc784865"/>
    <p:sldLayoutId xmlns:r="http://schemas.openxmlformats.org/officeDocument/2006/relationships" id="2147483651" r:id="Re2bd59377cde44c1"/>
  </p:sldLayoutIdLst>
  <p:txStyles>
    <p:titleStyle>
      <a:lvl1pPr xmlns:a="http://schemas.openxmlformats.org/drawingml/2006/main" algn="l" defTabSz="1007943">
        <a:lnSpc>
          <a:spcPct val="90000"/>
        </a:lnSpc>
        <a:spcBef>
          <a:spcPct val="0"/>
        </a:spcBef>
        <a:buNone/>
        <a:defRPr sz="4850" kern="1200">
          <a:solidFill>
            <a:schemeClr val="tx1"/>
          </a:solidFill>
          <a:latin typeface="KoPubDotum"/>
          <a:ea typeface="KoPubDotum"/>
          <a:cs typeface="KoPubDotum"/>
        </a:defRPr>
      </a:lvl1pPr>
    </p:titleStyle>
    <p:bodyStyle>
      <a:lvl1pPr xmlns:a="http://schemas.openxmlformats.org/drawingml/2006/main" marL="251986" indent="-251986" algn="l" defTabSz="1007943">
        <a:lnSpc>
          <a:spcPct val="90000"/>
        </a:lnSpc>
        <a:spcBef>
          <a:spcPts val="1102"/>
        </a:spcBef>
        <a:buFont typeface="KoPubDotum"/>
        <a:buChar char="•"/>
        <a:defRPr sz="3086" kern="1200">
          <a:solidFill>
            <a:schemeClr val="tx1"/>
          </a:solidFill>
          <a:latin typeface="KoPubDotum"/>
          <a:ea typeface="KoPubDotum"/>
          <a:cs typeface="KoPubDotum"/>
        </a:defRPr>
      </a:lvl1pPr>
      <a:lvl2pPr xmlns:a="http://schemas.openxmlformats.org/drawingml/2006/main" marL="755957" indent="-251986" algn="l" defTabSz="1007943">
        <a:lnSpc>
          <a:spcPct val="90000"/>
        </a:lnSpc>
        <a:spcBef>
          <a:spcPts val="551"/>
        </a:spcBef>
        <a:buFont typeface="KoPubDotum"/>
        <a:buChar char="•"/>
        <a:defRPr sz="2646" kern="1200">
          <a:solidFill>
            <a:schemeClr val="tx1"/>
          </a:solidFill>
          <a:latin typeface="KoPubDotum"/>
          <a:ea typeface="KoPubDotum"/>
          <a:cs typeface="KoPubDotum"/>
        </a:defRPr>
      </a:lvl2pPr>
      <a:lvl3pPr xmlns:a="http://schemas.openxmlformats.org/drawingml/2006/main" marL="1259929" indent="-251986" algn="l" defTabSz="1007943">
        <a:lnSpc>
          <a:spcPct val="90000"/>
        </a:lnSpc>
        <a:spcBef>
          <a:spcPts val="551"/>
        </a:spcBef>
        <a:buFont typeface="KoPubDotum"/>
        <a:buChar char="•"/>
        <a:defRPr sz="2205" kern="1200">
          <a:solidFill>
            <a:schemeClr val="tx1"/>
          </a:solidFill>
          <a:latin typeface="KoPubDotum"/>
          <a:ea typeface="KoPubDotum"/>
          <a:cs typeface="KoPubDotum"/>
        </a:defRPr>
      </a:lvl3pPr>
      <a:lvl4pPr xmlns:a="http://schemas.openxmlformats.org/drawingml/2006/main" marL="1763900" indent="-251986" algn="l" defTabSz="1007943">
        <a:lnSpc>
          <a:spcPct val="90000"/>
        </a:lnSpc>
        <a:spcBef>
          <a:spcPts val="551"/>
        </a:spcBef>
        <a:buFont typeface="KoPubDotum"/>
        <a:buChar char="•"/>
        <a:defRPr sz="1984" kern="1200">
          <a:solidFill>
            <a:schemeClr val="tx1"/>
          </a:solidFill>
          <a:latin typeface="KoPubDotum"/>
          <a:ea typeface="KoPubDotum"/>
          <a:cs typeface="KoPubDotum"/>
        </a:defRPr>
      </a:lvl4pPr>
      <a:lvl5pPr xmlns:a="http://schemas.openxmlformats.org/drawingml/2006/main" marL="2267872" indent="-251986" algn="l" defTabSz="1007943">
        <a:lnSpc>
          <a:spcPct val="90000"/>
        </a:lnSpc>
        <a:spcBef>
          <a:spcPts val="551"/>
        </a:spcBef>
        <a:buFont typeface="KoPubDotum"/>
        <a:buChar char="•"/>
        <a:defRPr sz="1984" kern="1200">
          <a:solidFill>
            <a:schemeClr val="tx1"/>
          </a:solidFill>
          <a:latin typeface="KoPubDotum"/>
          <a:ea typeface="KoPubDotum"/>
          <a:cs typeface="KoPubDotum"/>
        </a:defRPr>
      </a:lvl5pPr>
      <a:lvl6pPr xmlns:a="http://schemas.openxmlformats.org/drawingml/2006/main" marL="2771844" indent="-251986" algn="l" defTabSz="1007943">
        <a:lnSpc>
          <a:spcPct val="90000"/>
        </a:lnSpc>
        <a:spcBef>
          <a:spcPts val="551"/>
        </a:spcBef>
        <a:buFont typeface="KoPubDotum"/>
        <a:buChar char="•"/>
        <a:defRPr sz="1984" kern="1200">
          <a:solidFill>
            <a:schemeClr val="tx1"/>
          </a:solidFill>
          <a:latin typeface="KoPubDotum"/>
          <a:ea typeface="KoPubDotum"/>
          <a:cs typeface="KoPubDotum"/>
        </a:defRPr>
      </a:lvl6pPr>
      <a:lvl7pPr xmlns:a="http://schemas.openxmlformats.org/drawingml/2006/main" marL="3275815" indent="-251986" algn="l" defTabSz="1007943">
        <a:lnSpc>
          <a:spcPct val="90000"/>
        </a:lnSpc>
        <a:spcBef>
          <a:spcPts val="551"/>
        </a:spcBef>
        <a:buFont typeface="KoPubDotum"/>
        <a:buChar char="•"/>
        <a:defRPr sz="1984" kern="1200">
          <a:solidFill>
            <a:schemeClr val="tx1"/>
          </a:solidFill>
          <a:latin typeface="KoPubDotum"/>
          <a:ea typeface="KoPubDotum"/>
          <a:cs typeface="KoPubDotum"/>
        </a:defRPr>
      </a:lvl7pPr>
      <a:lvl8pPr xmlns:a="http://schemas.openxmlformats.org/drawingml/2006/main" marL="3779787" indent="-251986" algn="l" defTabSz="1007943">
        <a:lnSpc>
          <a:spcPct val="90000"/>
        </a:lnSpc>
        <a:spcBef>
          <a:spcPts val="551"/>
        </a:spcBef>
        <a:buFont typeface="KoPubDotum"/>
        <a:buChar char="•"/>
        <a:defRPr sz="1984" kern="1200">
          <a:solidFill>
            <a:schemeClr val="tx1"/>
          </a:solidFill>
          <a:latin typeface="KoPubDotum"/>
          <a:ea typeface="KoPubDotum"/>
          <a:cs typeface="KoPubDotum"/>
        </a:defRPr>
      </a:lvl8pPr>
      <a:lvl9pPr xmlns:a="http://schemas.openxmlformats.org/drawingml/2006/main" marL="4283758" indent="-251986" algn="l" defTabSz="1007943">
        <a:lnSpc>
          <a:spcPct val="90000"/>
        </a:lnSpc>
        <a:spcBef>
          <a:spcPts val="551"/>
        </a:spcBef>
        <a:buFont typeface="KoPubDotum"/>
        <a:buChar char="•"/>
        <a:defRPr sz="1984" kern="1200">
          <a:solidFill>
            <a:schemeClr val="tx1"/>
          </a:solidFill>
          <a:latin typeface="KoPubDotum"/>
          <a:ea typeface="KoPubDotum"/>
          <a:cs typeface="KoPubDotum"/>
        </a:defRPr>
      </a:lvl9pPr>
    </p:bodyStyle>
    <p:otherStyle>
      <a:lvl1pPr xmlns:a="http://schemas.openxmlformats.org/drawingml/2006/main" marL="0" algn="l" defTabSz="1007943">
        <a:buNone/>
        <a:defRPr sz="1984" kern="1200">
          <a:solidFill>
            <a:schemeClr val="tx1"/>
          </a:solidFill>
          <a:latin typeface="KoPubDotum"/>
          <a:ea typeface="KoPubDotum"/>
          <a:cs typeface="KoPubDotum"/>
        </a:defRPr>
      </a:lvl1pPr>
      <a:lvl2pPr xmlns:a="http://schemas.openxmlformats.org/drawingml/2006/main" marL="503972" algn="l" defTabSz="1007943">
        <a:buNone/>
        <a:defRPr sz="1984" kern="1200">
          <a:solidFill>
            <a:schemeClr val="tx1"/>
          </a:solidFill>
          <a:latin typeface="KoPubDotum"/>
          <a:ea typeface="KoPubDotum"/>
          <a:cs typeface="KoPubDotum"/>
        </a:defRPr>
      </a:lvl2pPr>
      <a:lvl3pPr xmlns:a="http://schemas.openxmlformats.org/drawingml/2006/main" marL="1007943" algn="l" defTabSz="1007943">
        <a:buNone/>
        <a:defRPr sz="1984" kern="1200">
          <a:solidFill>
            <a:schemeClr val="tx1"/>
          </a:solidFill>
          <a:latin typeface="KoPubDotum"/>
          <a:ea typeface="KoPubDotum"/>
          <a:cs typeface="KoPubDotum"/>
        </a:defRPr>
      </a:lvl3pPr>
      <a:lvl4pPr xmlns:a="http://schemas.openxmlformats.org/drawingml/2006/main" marL="1511915" algn="l" defTabSz="1007943">
        <a:buNone/>
        <a:defRPr sz="1984" kern="1200">
          <a:solidFill>
            <a:schemeClr val="tx1"/>
          </a:solidFill>
          <a:latin typeface="KoPubDotum"/>
          <a:ea typeface="KoPubDotum"/>
          <a:cs typeface="KoPubDotum"/>
        </a:defRPr>
      </a:lvl4pPr>
      <a:lvl5pPr xmlns:a="http://schemas.openxmlformats.org/drawingml/2006/main" marL="2015886" algn="l" defTabSz="1007943">
        <a:buNone/>
        <a:defRPr sz="1984" kern="1200">
          <a:solidFill>
            <a:schemeClr val="tx1"/>
          </a:solidFill>
          <a:latin typeface="KoPubDotum"/>
          <a:ea typeface="KoPubDotum"/>
          <a:cs typeface="KoPubDotum"/>
        </a:defRPr>
      </a:lvl5pPr>
      <a:lvl6pPr xmlns:a="http://schemas.openxmlformats.org/drawingml/2006/main" marL="2519858" algn="l" defTabSz="1007943">
        <a:buNone/>
        <a:defRPr sz="1984" kern="1200">
          <a:solidFill>
            <a:schemeClr val="tx1"/>
          </a:solidFill>
          <a:latin typeface="KoPubDotum"/>
          <a:ea typeface="KoPubDotum"/>
          <a:cs typeface="KoPubDotum"/>
        </a:defRPr>
      </a:lvl6pPr>
      <a:lvl7pPr xmlns:a="http://schemas.openxmlformats.org/drawingml/2006/main" marL="3023829" algn="l" defTabSz="1007943">
        <a:buNone/>
        <a:defRPr sz="1984" kern="1200">
          <a:solidFill>
            <a:schemeClr val="tx1"/>
          </a:solidFill>
          <a:latin typeface="KoPubDotum"/>
          <a:ea typeface="KoPubDotum"/>
          <a:cs typeface="KoPubDotum"/>
        </a:defRPr>
      </a:lvl7pPr>
      <a:lvl8pPr xmlns:a="http://schemas.openxmlformats.org/drawingml/2006/main" marL="3527801" algn="l" defTabSz="1007943">
        <a:buNone/>
        <a:defRPr sz="1984" kern="1200">
          <a:solidFill>
            <a:schemeClr val="tx1"/>
          </a:solidFill>
          <a:latin typeface="KoPubDotum"/>
          <a:ea typeface="KoPubDotum"/>
          <a:cs typeface="KoPubDotum"/>
        </a:defRPr>
      </a:lvl8pPr>
      <a:lvl9pPr xmlns:a="http://schemas.openxmlformats.org/drawingml/2006/main" marL="4031772" algn="l" defTabSz="1007943">
        <a:buNone/>
        <a:defRPr sz="1984" kern="1200">
          <a:solidFill>
            <a:schemeClr val="tx1"/>
          </a:solidFill>
          <a:latin typeface="KoPubDotum"/>
          <a:ea typeface="KoPubDotum"/>
          <a:cs typeface="KoPubDotum"/>
        </a:defRPr>
      </a:lvl9pPr>
    </p:otherStyle>
  </p:txStyles>
</p:sldMaster>
</file>

<file path=ppt/slideMasters/theme/theme2.xml><?xml version="1.0" encoding="utf-8"?>
<a:theme xmlns:a="http://schemas.openxmlformats.org/drawingml/2006/main" name="1_Office 테마">
  <a:themeElements>
    <a:clrScheme name="Office 테마">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사용자 지정 1">
      <a:majorFont>
        <a:latin typeface="KoPubDotum"/>
        <a:ea typeface="KoPubDotum"/>
        <a:cs typeface=""/>
      </a:majorFont>
      <a:minorFont>
        <a:latin typeface="KoPubDotum"/>
        <a:ea typeface="KoPubDotum"/>
        <a:cs typeface=""/>
      </a:minorFont>
    </a:fontScheme>
    <a:fmtScheme name="Office 테마">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797862c2a5dc4f0c" /><Relationship Type="http://schemas.openxmlformats.org/officeDocument/2006/relationships/notesSlide" Target="/ppt/notesSlides/notesSlide1.xml" Id="Rdb633253ecb64d19" /></Relationships>
</file>

<file path=ppt/slides/_rels/slide2.xml.rels>&#65279;<?xml version="1.0" encoding="utf-8"?><Relationships xmlns="http://schemas.openxmlformats.org/package/2006/relationships"><Relationship Type="http://schemas.openxmlformats.org/officeDocument/2006/relationships/slideLayout" Target="/ppt/slideLayouts/slideLayout3.xml" Id="R0e23dcf050bd4ae9" /><Relationship Type="http://schemas.openxmlformats.org/officeDocument/2006/relationships/notesSlide" Target="/ppt/notesSlides/notesSlide2.xml" Id="R9a7a08e30d5d491a" /></Relationships>
</file>

<file path=ppt/slides/_rels/slide3.xml.rels>&#65279;<?xml version="1.0" encoding="utf-8"?><Relationships xmlns="http://schemas.openxmlformats.org/package/2006/relationships"><Relationship Type="http://schemas.openxmlformats.org/officeDocument/2006/relationships/slideLayout" Target="/ppt/slideLayouts/slideLayout3.xml" Id="Rd0a2998bdd3d4fbf" /><Relationship Type="http://schemas.openxmlformats.org/officeDocument/2006/relationships/notesSlide" Target="/ppt/notesSlides/notesSlide3.xml" Id="R7628b68245f94805" /></Relationships>
</file>

<file path=ppt/slides/_rels/slide4.xml.rels>&#65279;<?xml version="1.0" encoding="utf-8"?><Relationships xmlns="http://schemas.openxmlformats.org/package/2006/relationships"><Relationship Type="http://schemas.openxmlformats.org/officeDocument/2006/relationships/slideLayout" Target="/ppt/slideLayouts/slideLayout2.xml" Id="R73b451cdb0364053" /><Relationship Type="http://schemas.openxmlformats.org/officeDocument/2006/relationships/notesSlide" Target="/ppt/notesSlides/notesSlide4.xml" Id="Rc5a04137aff4408b" /></Relationships>
</file>

<file path=ppt/slides/_rels/slide5.xml.rels>&#65279;<?xml version="1.0" encoding="utf-8"?><Relationships xmlns="http://schemas.openxmlformats.org/package/2006/relationships"><Relationship Type="http://schemas.openxmlformats.org/officeDocument/2006/relationships/slideLayout" Target="/ppt/slideLayouts/slideLayout3.xml" Id="Ree6ddb322af543a8" /><Relationship Type="http://schemas.openxmlformats.org/officeDocument/2006/relationships/notesSlide" Target="/ppt/notesSlides/notesSlide5.xml" Id="R90abd8611e9842fe" /></Relationships>
</file>

<file path=ppt/slides/_rels/slide6.xml.rels>&#65279;<?xml version="1.0" encoding="utf-8"?><Relationships xmlns="http://schemas.openxmlformats.org/package/2006/relationships"><Relationship Type="http://schemas.openxmlformats.org/officeDocument/2006/relationships/slideLayout" Target="/ppt/slideLayouts/slideLayout3.xml" Id="R1e8608e9942d42df" /><Relationship Type="http://schemas.openxmlformats.org/officeDocument/2006/relationships/notesSlide" Target="/ppt/notesSlides/notesSlide6.xml" Id="R44a978a1b98648e9" /></Relationships>
</file>

<file path=ppt/slides/_rels/slide7.xml.rels>&#65279;<?xml version="1.0" encoding="utf-8"?><Relationships xmlns="http://schemas.openxmlformats.org/package/2006/relationships"><Relationship Type="http://schemas.openxmlformats.org/officeDocument/2006/relationships/slideLayout" Target="/ppt/slideLayouts/slideLayout3.xml" Id="R344626c64db846c3" /><Relationship Type="http://schemas.openxmlformats.org/officeDocument/2006/relationships/notesSlide" Target="/ppt/notesSlides/notesSlide7.xml" Id="Ra882a09c7003404d" /></Relationships>
</file>

<file path=ppt/slides/_rels/slide8.xml.rels>&#65279;<?xml version="1.0" encoding="utf-8"?><Relationships xmlns="http://schemas.openxmlformats.org/package/2006/relationships"><Relationship Type="http://schemas.openxmlformats.org/officeDocument/2006/relationships/slideLayout" Target="/ppt/slideLayouts/slideLayout3.xml" Id="R2cb4d7d6659242ac" /><Relationship Type="http://schemas.openxmlformats.org/officeDocument/2006/relationships/notesSlide" Target="/ppt/notesSlides/notesSlide8.xml" Id="R10e62d067b164224" /></Relationships>
</file>

<file path=ppt/slides/_rels/slide9.xml.rels>&#65279;<?xml version="1.0" encoding="utf-8"?><Relationships xmlns="http://schemas.openxmlformats.org/package/2006/relationships"><Relationship Type="http://schemas.openxmlformats.org/officeDocument/2006/relationships/slideLayout" Target="/ppt/slideLayouts/slideLayout3.xml" Id="Rc13038f0cc4e469a" /><Relationship Type="http://schemas.openxmlformats.org/officeDocument/2006/relationships/image" Target="/ppt/media/image.png" Id="Re5ed95fa27154671" /><Relationship Type="http://schemas.openxmlformats.org/officeDocument/2006/relationships/notesSlide" Target="/ppt/notesSlides/notesSlide9.xml" Id="R90644e422a304943" /></Relationships>
</file>

<file path=ppt/slides/_rels/slide10.xml.rels>&#65279;<?xml version="1.0" encoding="utf-8"?><Relationships xmlns="http://schemas.openxmlformats.org/package/2006/relationships"><Relationship Type="http://schemas.openxmlformats.org/officeDocument/2006/relationships/slideLayout" Target="/ppt/slideLayouts/slideLayout3.xml" Id="Rf3142a51a4334d8f" /><Relationship Type="http://schemas.openxmlformats.org/officeDocument/2006/relationships/notesSlide" Target="/ppt/notesSlides/notesSlide10.xml" Id="Rfd567ea2ada741f8" /></Relationships>
</file>

<file path=ppt/slides/_rels/slide11.xml.rels>&#65279;<?xml version="1.0" encoding="utf-8"?><Relationships xmlns="http://schemas.openxmlformats.org/package/2006/relationships"><Relationship Type="http://schemas.openxmlformats.org/officeDocument/2006/relationships/slideLayout" Target="/ppt/slideLayouts/slideLayout3.xml" Id="R620ff4330a414483" /><Relationship Type="http://schemas.openxmlformats.org/officeDocument/2006/relationships/image" Target="/ppt/media/image2.png" Id="Rd852703a25f84839" /><Relationship Type="http://schemas.openxmlformats.org/officeDocument/2006/relationships/notesSlide" Target="/ppt/notesSlides/notesSlide11.xml" Id="Rc167707e7d2d48f0" /></Relationships>
</file>

<file path=ppt/slides/_rels/slide12.xml.rels>&#65279;<?xml version="1.0" encoding="utf-8"?><Relationships xmlns="http://schemas.openxmlformats.org/package/2006/relationships"><Relationship Type="http://schemas.openxmlformats.org/officeDocument/2006/relationships/slideLayout" Target="/ppt/slideLayouts/slideLayout3.xml" Id="R25fd30db1cb443cc" /><Relationship Type="http://schemas.openxmlformats.org/officeDocument/2006/relationships/notesSlide" Target="/ppt/notesSlides/notesSlide12.xml" Id="R0d5576683d3e4642" /></Relationships>
</file>

<file path=ppt/slides/_rels/slide13.xml.rels>&#65279;<?xml version="1.0" encoding="utf-8"?><Relationships xmlns="http://schemas.openxmlformats.org/package/2006/relationships"><Relationship Type="http://schemas.openxmlformats.org/officeDocument/2006/relationships/slideLayout" Target="/ppt/slideLayouts/slideLayout3.xml" Id="R129cb5f39e00447e" /><Relationship Type="http://schemas.openxmlformats.org/officeDocument/2006/relationships/notesSlide" Target="/ppt/notesSlides/notesSlide13.xml" Id="R661117f511124038" /></Relationships>
</file>

<file path=ppt/slides/_rels/slide14.xml.rels>&#65279;<?xml version="1.0" encoding="utf-8"?><Relationships xmlns="http://schemas.openxmlformats.org/package/2006/relationships"><Relationship Type="http://schemas.openxmlformats.org/officeDocument/2006/relationships/slideLayout" Target="/ppt/slideLayouts/slideLayout3.xml" Id="R5ec14fa64092443a" /><Relationship Type="http://schemas.openxmlformats.org/officeDocument/2006/relationships/image" Target="/ppt/media/image3.png" Id="R4752a39640124a89" /><Relationship Type="http://schemas.openxmlformats.org/officeDocument/2006/relationships/notesSlide" Target="/ppt/notesSlides/notesSlide14.xml" Id="R9f90c98ae40b4a34" /></Relationships>
</file>

<file path=ppt/slides/_rels/slide15.xml.rels>&#65279;<?xml version="1.0" encoding="utf-8"?><Relationships xmlns="http://schemas.openxmlformats.org/package/2006/relationships"><Relationship Type="http://schemas.openxmlformats.org/officeDocument/2006/relationships/slideLayout" Target="/ppt/slideLayouts/slideLayout3.xml" Id="R5f81934eea054a8a" /><Relationship Type="http://schemas.openxmlformats.org/officeDocument/2006/relationships/notesSlide" Target="/ppt/notesSlides/notesSlide15.xml" Id="Rea1e3ba660de4a11" /></Relationships>
</file>

<file path=ppt/slides/_rels/slide16.xml.rels>&#65279;<?xml version="1.0" encoding="utf-8"?><Relationships xmlns="http://schemas.openxmlformats.org/package/2006/relationships"><Relationship Type="http://schemas.openxmlformats.org/officeDocument/2006/relationships/slideLayout" Target="/ppt/slideLayouts/slideLayout3.xml" Id="Rdaf9602e09c1423f" /><Relationship Type="http://schemas.openxmlformats.org/officeDocument/2006/relationships/image" Target="/ppt/media/image4.png" Id="R464a124bf1a441f9" /><Relationship Type="http://schemas.openxmlformats.org/officeDocument/2006/relationships/notesSlide" Target="/ppt/notesSlides/notesSlide16.xml" Id="R5e393e95bdc54748" /></Relationships>
</file>

<file path=ppt/slides/_rels/slide17.xml.rels>&#65279;<?xml version="1.0" encoding="utf-8"?><Relationships xmlns="http://schemas.openxmlformats.org/package/2006/relationships"><Relationship Type="http://schemas.openxmlformats.org/officeDocument/2006/relationships/slideLayout" Target="/ppt/slideLayouts/slideLayout3.xml" Id="R61d3259cc3394a8f" /><Relationship Type="http://schemas.openxmlformats.org/officeDocument/2006/relationships/notesSlide" Target="/ppt/notesSlides/notesSlide17.xml" Id="R03a4ebb3e90d49d1" /></Relationships>
</file>

<file path=ppt/slides/_rels/slide18.xml.rels>&#65279;<?xml version="1.0" encoding="utf-8"?><Relationships xmlns="http://schemas.openxmlformats.org/package/2006/relationships"><Relationship Type="http://schemas.openxmlformats.org/officeDocument/2006/relationships/slideLayout" Target="/ppt/slideLayouts/slideLayout3.xml" Id="Ra571aa07032348dc" /><Relationship Type="http://schemas.openxmlformats.org/officeDocument/2006/relationships/notesSlide" Target="/ppt/notesSlides/notesSlide18.xml" Id="Ra4d6298205fe44e2" /></Relationships>
</file>

<file path=ppt/slides/_rels/slide19.xml.rels>&#65279;<?xml version="1.0" encoding="utf-8"?><Relationships xmlns="http://schemas.openxmlformats.org/package/2006/relationships"><Relationship Type="http://schemas.openxmlformats.org/officeDocument/2006/relationships/slideLayout" Target="/ppt/slideLayouts/slideLayout3.xml" Id="R4f5ec22168f945d3" /><Relationship Type="http://schemas.openxmlformats.org/officeDocument/2006/relationships/image" Target="/ppt/media/image5.png" Id="Rc1d850f3871e4491" /><Relationship Type="http://schemas.openxmlformats.org/officeDocument/2006/relationships/notesSlide" Target="/ppt/notesSlides/notesSlide19.xml" Id="R9b6024c14b144f27" /></Relationships>
</file>

<file path=ppt/slides/_rels/slide20.xml.rels>&#65279;<?xml version="1.0" encoding="utf-8"?><Relationships xmlns="http://schemas.openxmlformats.org/package/2006/relationships"><Relationship Type="http://schemas.openxmlformats.org/officeDocument/2006/relationships/slideLayout" Target="/ppt/slideLayouts/slideLayout3.xml" Id="R21962cdaa7dd4774" /><Relationship Type="http://schemas.openxmlformats.org/officeDocument/2006/relationships/notesSlide" Target="/ppt/notesSlides/notesSlide20.xml" Id="R1a11c682e2a3494e" /></Relationships>
</file>

<file path=ppt/slides/_rels/slide21.xml.rels>&#65279;<?xml version="1.0" encoding="utf-8"?><Relationships xmlns="http://schemas.openxmlformats.org/package/2006/relationships"><Relationship Type="http://schemas.openxmlformats.org/officeDocument/2006/relationships/slideLayout" Target="/ppt/slideLayouts/slideLayout3.xml" Id="R625a0546d3ff400b" /><Relationship Type="http://schemas.openxmlformats.org/officeDocument/2006/relationships/image" Target="/ppt/media/image6.png" Id="R804ff0bccbab42a0" /><Relationship Type="http://schemas.openxmlformats.org/officeDocument/2006/relationships/notesSlide" Target="/ppt/notesSlides/notesSlide21.xml" Id="R535ffdd94d204291" /></Relationships>
</file>

<file path=ppt/slides/_rels/slide22.xml.rels>&#65279;<?xml version="1.0" encoding="utf-8"?><Relationships xmlns="http://schemas.openxmlformats.org/package/2006/relationships"><Relationship Type="http://schemas.openxmlformats.org/officeDocument/2006/relationships/slideLayout" Target="/ppt/slideLayouts/slideLayout3.xml" Id="R2dc0861445f94778" /><Relationship Type="http://schemas.openxmlformats.org/officeDocument/2006/relationships/notesSlide" Target="/ppt/notesSlides/notesSlide22.xml" Id="R53a3349d086140d6" /></Relationships>
</file>

<file path=ppt/slides/_rels/slide23.xml.rels>&#65279;<?xml version="1.0" encoding="utf-8"?><Relationships xmlns="http://schemas.openxmlformats.org/package/2006/relationships"><Relationship Type="http://schemas.openxmlformats.org/officeDocument/2006/relationships/slideLayout" Target="/ppt/slideLayouts/slideLayout3.xml" Id="R85aa909bf867411a" /><Relationship Type="http://schemas.openxmlformats.org/officeDocument/2006/relationships/image" Target="/ppt/media/image7.png" Id="R02b70e1360ae4ddc" /><Relationship Type="http://schemas.openxmlformats.org/officeDocument/2006/relationships/notesSlide" Target="/ppt/notesSlides/notesSlide23.xml" Id="R6ad69c70c9424a60" /></Relationships>
</file>

<file path=ppt/slides/_rels/slide24.xml.rels>&#65279;<?xml version="1.0" encoding="utf-8"?><Relationships xmlns="http://schemas.openxmlformats.org/package/2006/relationships"><Relationship Type="http://schemas.openxmlformats.org/officeDocument/2006/relationships/slideLayout" Target="/ppt/slideLayouts/slideLayout3.xml" Id="Ra9ec4064141246a0" /><Relationship Type="http://schemas.openxmlformats.org/officeDocument/2006/relationships/notesSlide" Target="/ppt/notesSlides/notesSlide24.xml" Id="Rab3a6db6e34f4b4c" /></Relationships>
</file>

<file path=ppt/slides/_rels/slide25.xml.rels>&#65279;<?xml version="1.0" encoding="utf-8"?><Relationships xmlns="http://schemas.openxmlformats.org/package/2006/relationships"><Relationship Type="http://schemas.openxmlformats.org/officeDocument/2006/relationships/slideLayout" Target="/ppt/slideLayouts/slideLayout3.xml" Id="R8f4244466e5344b7" /><Relationship Type="http://schemas.openxmlformats.org/officeDocument/2006/relationships/image" Target="/ppt/media/image8.png" Id="R609e083327e44d6c" /><Relationship Type="http://schemas.openxmlformats.org/officeDocument/2006/relationships/image" Target="/ppt/media/image9.png" Id="Rd0b5d085d39745b5" /><Relationship Type="http://schemas.openxmlformats.org/officeDocument/2006/relationships/image" Target="/ppt/media/image10.png" Id="R8c87edd3ee6145b5" /><Relationship Type="http://schemas.openxmlformats.org/officeDocument/2006/relationships/notesSlide" Target="/ppt/notesSlides/notesSlide25.xml" Id="R87197e8dfafc4df2" /></Relationships>
</file>

<file path=ppt/slides/_rels/slide26.xml.rels>&#65279;<?xml version="1.0" encoding="utf-8"?><Relationships xmlns="http://schemas.openxmlformats.org/package/2006/relationships"><Relationship Type="http://schemas.openxmlformats.org/officeDocument/2006/relationships/slideLayout" Target="/ppt/slideLayouts/slideLayout3.xml" Id="R097a3cf39578435c" /><Relationship Type="http://schemas.openxmlformats.org/officeDocument/2006/relationships/notesSlide" Target="/ppt/notesSlides/notesSlide26.xml" Id="R77a184a36d5343cf" /></Relationships>
</file>

<file path=ppt/slides/_rels/slide27.xml.rels>&#65279;<?xml version="1.0" encoding="utf-8"?><Relationships xmlns="http://schemas.openxmlformats.org/package/2006/relationships"><Relationship Type="http://schemas.openxmlformats.org/officeDocument/2006/relationships/slideLayout" Target="/ppt/slideLayouts/slideLayout3.xml" Id="Rf5b448bc6a0d4e4c" /><Relationship Type="http://schemas.openxmlformats.org/officeDocument/2006/relationships/notesSlide" Target="/ppt/notesSlides/notesSlide27.xml" Id="R6bbae27220644091" /></Relationships>
</file>

<file path=ppt/slides/_rels/slide28.xml.rels>&#65279;<?xml version="1.0" encoding="utf-8"?><Relationships xmlns="http://schemas.openxmlformats.org/package/2006/relationships"><Relationship Type="http://schemas.openxmlformats.org/officeDocument/2006/relationships/slideLayout" Target="/ppt/slideLayouts/slideLayout2.xml" Id="R89da50b44b1342fe" /><Relationship Type="http://schemas.openxmlformats.org/officeDocument/2006/relationships/notesSlide" Target="/ppt/notesSlides/notesSlide28.xml" Id="R1ab5cb56e4db4b9a" /></Relationships>
</file>

<file path=ppt/slides/_rels/slide29.xml.rels>&#65279;<?xml version="1.0" encoding="utf-8"?><Relationships xmlns="http://schemas.openxmlformats.org/package/2006/relationships"><Relationship Type="http://schemas.openxmlformats.org/officeDocument/2006/relationships/slideLayout" Target="/ppt/slideLayouts/slideLayout3.xml" Id="R42ce6eb4231c4b1b" /><Relationship Type="http://schemas.openxmlformats.org/officeDocument/2006/relationships/notesSlide" Target="/ppt/notesSlides/notesSlide29.xml" Id="R67f30c741fc84d99" /></Relationships>
</file>

<file path=ppt/slides/_rels/slide30.xml.rels>&#65279;<?xml version="1.0" encoding="utf-8"?><Relationships xmlns="http://schemas.openxmlformats.org/package/2006/relationships"><Relationship Type="http://schemas.openxmlformats.org/officeDocument/2006/relationships/slideLayout" Target="/ppt/slideLayouts/slideLayout3.xml" Id="R1748033b80994313" /><Relationship Type="http://schemas.openxmlformats.org/officeDocument/2006/relationships/image" Target="/ppt/media/image11.png" Id="Re9c4146558f7462f" /><Relationship Type="http://schemas.openxmlformats.org/officeDocument/2006/relationships/notesSlide" Target="/ppt/notesSlides/notesSlide30.xml" Id="Rd06482006f56439b" /></Relationships>
</file>

<file path=ppt/slides/_rels/slide31.xml.rels>&#65279;<?xml version="1.0" encoding="utf-8"?><Relationships xmlns="http://schemas.openxmlformats.org/package/2006/relationships"><Relationship Type="http://schemas.openxmlformats.org/officeDocument/2006/relationships/slideLayout" Target="/ppt/slideLayouts/slideLayout3.xml" Id="R0964cbff6f664af9" /><Relationship Type="http://schemas.openxmlformats.org/officeDocument/2006/relationships/image" Target="/ppt/media/image12.png" Id="Rd5ce73bca0b44f6a" /><Relationship Type="http://schemas.openxmlformats.org/officeDocument/2006/relationships/notesSlide" Target="/ppt/notesSlides/notesSlide31.xml" Id="R989656fa35aa4abb" /></Relationships>
</file>

<file path=ppt/slides/_rels/slide32.xml.rels>&#65279;<?xml version="1.0" encoding="utf-8"?><Relationships xmlns="http://schemas.openxmlformats.org/package/2006/relationships"><Relationship Type="http://schemas.openxmlformats.org/officeDocument/2006/relationships/slideLayout" Target="/ppt/slideLayouts/slideLayout3.xml" Id="R1f0ab2a1e3e543d4" /><Relationship Type="http://schemas.openxmlformats.org/officeDocument/2006/relationships/image" Target="/ppt/media/image13.png" Id="R73b650b166b54a2a" /><Relationship Type="http://schemas.openxmlformats.org/officeDocument/2006/relationships/notesSlide" Target="/ppt/notesSlides/notesSlide32.xml" Id="R7473e4b2b1fb43b4" /></Relationships>
</file>

<file path=ppt/slides/_rels/slide33.xml.rels>&#65279;<?xml version="1.0" encoding="utf-8"?><Relationships xmlns="http://schemas.openxmlformats.org/package/2006/relationships"><Relationship Type="http://schemas.openxmlformats.org/officeDocument/2006/relationships/slideLayout" Target="/ppt/slideLayouts/slideLayout3.xml" Id="Rc42b09bd27ef44d6" /><Relationship Type="http://schemas.openxmlformats.org/officeDocument/2006/relationships/image" Target="/ppt/media/image14.png" Id="Reb8c9b51dc394b11" /><Relationship Type="http://schemas.openxmlformats.org/officeDocument/2006/relationships/notesSlide" Target="/ppt/notesSlides/notesSlide33.xml" Id="Rd0d0b4555ab14255" /></Relationships>
</file>

<file path=ppt/slides/_rels/slide34.xml.rels>&#65279;<?xml version="1.0" encoding="utf-8"?><Relationships xmlns="http://schemas.openxmlformats.org/package/2006/relationships"><Relationship Type="http://schemas.openxmlformats.org/officeDocument/2006/relationships/slideLayout" Target="/ppt/slideLayouts/slideLayout3.xml" Id="Rbce6965d5b0c4228" /><Relationship Type="http://schemas.openxmlformats.org/officeDocument/2006/relationships/image" Target="/ppt/media/image15.png" Id="Rb0cfcac58f2e48ac" /><Relationship Type="http://schemas.openxmlformats.org/officeDocument/2006/relationships/image" Target="/ppt/media/image16.png" Id="R4b6c2b28155a49a3" /><Relationship Type="http://schemas.openxmlformats.org/officeDocument/2006/relationships/notesSlide" Target="/ppt/notesSlides/notesSlide34.xml" Id="Ra3d1318e7bf244f1" /></Relationships>
</file>

<file path=ppt/slides/_rels/slide35.xml.rels>&#65279;<?xml version="1.0" encoding="utf-8"?><Relationships xmlns="http://schemas.openxmlformats.org/package/2006/relationships"><Relationship Type="http://schemas.openxmlformats.org/officeDocument/2006/relationships/slideLayout" Target="/ppt/slideLayouts/slideLayout3.xml" Id="R773893cec0594193" /><Relationship Type="http://schemas.openxmlformats.org/officeDocument/2006/relationships/image" Target="/ppt/media/image17.png" Id="R7f580814d3c84d2d" /><Relationship Type="http://schemas.openxmlformats.org/officeDocument/2006/relationships/notesSlide" Target="/ppt/notesSlides/notesSlide35.xml" Id="Rbdbacfba736449e7" /></Relationships>
</file>

<file path=ppt/slides/_rels/slide36.xml.rels>&#65279;<?xml version="1.0" encoding="utf-8"?><Relationships xmlns="http://schemas.openxmlformats.org/package/2006/relationships"><Relationship Type="http://schemas.openxmlformats.org/officeDocument/2006/relationships/slideLayout" Target="/ppt/slideLayouts/slideLayout3.xml" Id="Ra79448861c3d4964" /><Relationship Type="http://schemas.openxmlformats.org/officeDocument/2006/relationships/image" Target="/ppt/media/image18.png" Id="R8ef48cf312664254" /><Relationship Type="http://schemas.openxmlformats.org/officeDocument/2006/relationships/notesSlide" Target="/ppt/notesSlides/notesSlide36.xml" Id="Rf4c9ce6e42394492" /></Relationships>
</file>

<file path=ppt/slides/_rels/slide37.xml.rels>&#65279;<?xml version="1.0" encoding="utf-8"?><Relationships xmlns="http://schemas.openxmlformats.org/package/2006/relationships"><Relationship Type="http://schemas.openxmlformats.org/officeDocument/2006/relationships/slideLayout" Target="/ppt/slideLayouts/slideLayout3.xml" Id="R9978f0a14a5a4805" /><Relationship Type="http://schemas.openxmlformats.org/officeDocument/2006/relationships/notesSlide" Target="/ppt/notesSlides/notesSlide37.xml" Id="Rfa06b88040694af4" /></Relationships>
</file>

<file path=ppt/slides/_rels/slide38.xml.rels>&#65279;<?xml version="1.0" encoding="utf-8"?><Relationships xmlns="http://schemas.openxmlformats.org/package/2006/relationships"><Relationship Type="http://schemas.openxmlformats.org/officeDocument/2006/relationships/slideLayout" Target="/ppt/slideLayouts/slideLayout3.xml" Id="R106349e9ee7d49a7" /><Relationship Type="http://schemas.openxmlformats.org/officeDocument/2006/relationships/notesSlide" Target="/ppt/notesSlides/notesSlide38.xml" Id="R890f847988b245d7" /></Relationships>
</file>

<file path=ppt/slides/_rels/slide39.xml.rels>&#65279;<?xml version="1.0" encoding="utf-8"?><Relationships xmlns="http://schemas.openxmlformats.org/package/2006/relationships"><Relationship Type="http://schemas.openxmlformats.org/officeDocument/2006/relationships/slideLayout" Target="/ppt/slideLayouts/slideLayout3.xml" Id="R13c760bf5dab4dfd" /><Relationship Type="http://schemas.openxmlformats.org/officeDocument/2006/relationships/notesSlide" Target="/ppt/notesSlides/notesSlide39.xml" Id="Ra97f29a72bd44b70" /></Relationships>
</file>

<file path=ppt/slides/_rels/slide40.xml.rels>&#65279;<?xml version="1.0" encoding="utf-8"?><Relationships xmlns="http://schemas.openxmlformats.org/package/2006/relationships"><Relationship Type="http://schemas.openxmlformats.org/officeDocument/2006/relationships/slideLayout" Target="/ppt/slideLayouts/slideLayout3.xml" Id="Rf754bd88f2e64c6d" /><Relationship Type="http://schemas.openxmlformats.org/officeDocument/2006/relationships/notesSlide" Target="/ppt/notesSlides/notesSlide40.xml" Id="R2642e4fbb642400a" /></Relationships>
</file>

<file path=ppt/slides/_rels/slide41.xml.rels>&#65279;<?xml version="1.0" encoding="utf-8"?><Relationships xmlns="http://schemas.openxmlformats.org/package/2006/relationships"><Relationship Type="http://schemas.openxmlformats.org/officeDocument/2006/relationships/slideLayout" Target="/ppt/slideLayouts/slideLayout3.xml" Id="R47fb69297ef545bd" /><Relationship Type="http://schemas.openxmlformats.org/officeDocument/2006/relationships/notesSlide" Target="/ppt/notesSlides/notesSlide41.xml" Id="R3f93847e484a47ea"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6" name="SPIKE Prime 교원 연수">
            <a:extLst xmlns:a="http://schemas.openxmlformats.org/drawingml/2006/main">
              <a:ext uri="{FF2B5EF4-FFF2-40B4-BE49-F238E27FC236}">
                <a16:creationId xmlns:a16="http://schemas.microsoft.com/office/drawing/2014/main" id="{B67C98E6-4828-41B3-9A5E-09F8E2200830}"/>
              </a:ext>
            </a:extLst>
          </p:cNvPr>
          <p:cNvSpPr>
            <a:spLocks xmlns:a="http://schemas.openxmlformats.org/drawingml/2006/main" noGrp="1"/>
          </p:cNvSpPr>
          <p:nvPr/>
        </p:nvSpPr>
        <p:spPr>
          <a:xfrm xmlns:a="http://schemas.openxmlformats.org/drawingml/2006/main">
            <a:off x="2667000" y="828675"/>
            <a:ext cx="5334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500" b="0">
                <a:solidFill>
                  <a:srgbClr val="FFFFFF"/>
                </a:solidFill>
                <a:latin typeface="KoPubDotum"/>
                <a:ea typeface="KoPubDotum"/>
                <a:cs typeface="KoPubDotum"/>
              </a:defRPr>
            </a:defPPr>
          </a:lstStyle>
          <a:p xmlns:a="http://schemas.openxmlformats.org/drawingml/2006/main">
            <a:pPr algn="ctr">
              <a:lnSpc>
                <a:spcPct val="116000"/>
              </a:lnSpc>
              <a:buNone/>
              <a:defRPr sz="1500" b="0">
                <a:solidFill>
                  <a:srgbClr val="FFFFFF"/>
                </a:solidFill>
                <a:latin typeface="KoPubDotum"/>
                <a:ea typeface="KoPubDotum"/>
                <a:cs typeface="KoPubDotum"/>
              </a:defRPr>
            </a:pPr>
            <a:r>
              <a:rPr sz="1500" b="0">
                <a:solidFill>
                  <a:srgbClr val="FFFFFF"/>
                </a:solidFill>
                <a:latin typeface="KoPubDotum"/>
                <a:ea typeface="KoPubDotum"/>
                <a:cs typeface="KoPubDotum"/>
              </a:rPr>
              <a:t>SPIKE Prime 교원 연수</a:t>
            </a:r>
          </a:p>
        </p:txBody>
      </p:sp>
      <p:sp>
        <p:nvSpPr>
          <p:cNvPr id="2" name="디지털튜터">
            <a:extLst xmlns:a="http://schemas.openxmlformats.org/drawingml/2006/main">
              <a:ext uri="{FF2B5EF4-FFF2-40B4-BE49-F238E27FC236}">
                <a16:creationId xmlns:a16="http://schemas.microsoft.com/office/drawing/2014/main" id="{98F386EE-FDB7-4BB4-9D9C-1B69B014C810}"/>
              </a:ext>
            </a:extLst>
          </p:cNvPr>
          <p:cNvSpPr>
            <a:spLocks xmlns:a="http://schemas.openxmlformats.org/drawingml/2006/main" noGrp="1"/>
          </p:cNvSpPr>
          <p:nvPr/>
        </p:nvSpPr>
        <p:spPr>
          <a:xfrm xmlns:a="http://schemas.openxmlformats.org/drawingml/2006/main">
            <a:off x="2857500" y="1581150"/>
            <a:ext cx="50958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4950" b="1">
                <a:solidFill>
                  <a:srgbClr val="FFE750"/>
                </a:solidFill>
                <a:latin typeface="KoPubDotum"/>
                <a:ea typeface="KoPubDotum"/>
                <a:cs typeface="KoPubDotum"/>
              </a:defRPr>
            </a:defPPr>
          </a:lstStyle>
          <a:p xmlns:a="http://schemas.openxmlformats.org/drawingml/2006/main">
            <a:pPr algn="ctr">
              <a:lnSpc>
                <a:spcPct val="116000"/>
              </a:lnSpc>
              <a:buNone/>
              <a:defRPr sz="4950" b="1">
                <a:solidFill>
                  <a:srgbClr val="FFE750"/>
                </a:solidFill>
                <a:latin typeface="KoPubDotum"/>
                <a:ea typeface="KoPubDotum"/>
                <a:cs typeface="KoPubDotum"/>
              </a:defRPr>
            </a:pPr>
            <a:r>
              <a:rPr sz="4950" b="1">
                <a:solidFill>
                  <a:srgbClr val="FFE750"/>
                </a:solidFill>
                <a:latin typeface="KoPubDotum"/>
                <a:ea typeface="KoPubDotum"/>
                <a:cs typeface="KoPubDotum"/>
              </a:rPr>
              <a:t>디지털튜터</a:t>
            </a:r>
          </a:p>
        </p:txBody>
      </p:sp>
      <p:sp>
        <p:nvSpPr>
          <p:cNvPr id="3" name="LEGO SPIKE Prime">
            <a:extLst xmlns:a="http://schemas.openxmlformats.org/drawingml/2006/main">
              <a:ext uri="{FF2B5EF4-FFF2-40B4-BE49-F238E27FC236}">
                <a16:creationId xmlns:a16="http://schemas.microsoft.com/office/drawing/2014/main" id="{573A506B-1D2C-40C9-9EA8-942E4FF22A85}"/>
              </a:ext>
            </a:extLst>
          </p:cNvPr>
          <p:cNvSpPr>
            <a:spLocks xmlns:a="http://schemas.openxmlformats.org/drawingml/2006/main" noGrp="1"/>
          </p:cNvSpPr>
          <p:nvPr/>
        </p:nvSpPr>
        <p:spPr>
          <a:xfrm xmlns:a="http://schemas.openxmlformats.org/drawingml/2006/main">
            <a:off x="2876550" y="2543175"/>
            <a:ext cx="5048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3150" b="1">
                <a:solidFill>
                  <a:srgbClr val="FFFFFF"/>
                </a:solidFill>
                <a:latin typeface="KoPubDotum"/>
                <a:ea typeface="KoPubDotum"/>
                <a:cs typeface="KoPubDotum"/>
              </a:defRPr>
            </a:defPPr>
          </a:lstStyle>
          <a:p xmlns:a="http://schemas.openxmlformats.org/drawingml/2006/main">
            <a:pPr algn="ctr">
              <a:lnSpc>
                <a:spcPct val="116000"/>
              </a:lnSpc>
              <a:buNone/>
              <a:defRPr sz="3150" b="1">
                <a:solidFill>
                  <a:srgbClr val="FFFFFF"/>
                </a:solidFill>
                <a:latin typeface="KoPubDotum"/>
                <a:ea typeface="KoPubDotum"/>
                <a:cs typeface="KoPubDotum"/>
              </a:defRPr>
            </a:pPr>
            <a:r>
              <a:rPr sz="3150" b="1">
                <a:solidFill>
                  <a:srgbClr val="FFFFFF"/>
                </a:solidFill>
                <a:latin typeface="KoPubDotum"/>
                <a:ea typeface="KoPubDotum"/>
                <a:cs typeface="KoPubDotum"/>
              </a:rPr>
              <a:t>LEGO SPIKE Prime</a:t>
            </a:r>
          </a:p>
        </p:txBody>
      </p:sp>
      <p:sp>
        <p:nvSpPr>
          <p:cNvPr id="4" name="신규 과정 · 2차시">
            <a:extLst xmlns:a="http://schemas.openxmlformats.org/drawingml/2006/main">
              <a:ext uri="{FF2B5EF4-FFF2-40B4-BE49-F238E27FC236}">
                <a16:creationId xmlns:a16="http://schemas.microsoft.com/office/drawing/2014/main" id="{31788765-4C60-442F-819A-387B858ACAB5}"/>
              </a:ext>
            </a:extLst>
          </p:cNvPr>
          <p:cNvSpPr>
            <a:spLocks xmlns:a="http://schemas.openxmlformats.org/drawingml/2006/main" noGrp="1"/>
          </p:cNvSpPr>
          <p:nvPr/>
        </p:nvSpPr>
        <p:spPr>
          <a:xfrm xmlns:a="http://schemas.openxmlformats.org/drawingml/2006/main">
            <a:off x="2857500" y="3190875"/>
            <a:ext cx="5095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2250" b="0">
                <a:solidFill>
                  <a:srgbClr val="FFFFFF"/>
                </a:solidFill>
                <a:latin typeface="KoPubDotum"/>
                <a:ea typeface="KoPubDotum"/>
                <a:cs typeface="KoPubDotum"/>
              </a:defRPr>
            </a:defPPr>
          </a:lstStyle>
          <a:p xmlns:a="http://schemas.openxmlformats.org/drawingml/2006/main">
            <a:pPr algn="ctr">
              <a:lnSpc>
                <a:spcPct val="116000"/>
              </a:lnSpc>
              <a:buNone/>
              <a:defRPr sz="2250" b="0">
                <a:solidFill>
                  <a:srgbClr val="FFFFFF"/>
                </a:solidFill>
                <a:latin typeface="KoPubDotum"/>
                <a:ea typeface="KoPubDotum"/>
                <a:cs typeface="KoPubDotum"/>
              </a:defRPr>
            </a:pPr>
            <a:r>
              <a:rPr sz="2250" b="0">
                <a:solidFill>
                  <a:srgbClr val="FFFFFF"/>
                </a:solidFill>
                <a:latin typeface="KoPubDotum"/>
                <a:ea typeface="KoPubDotum"/>
                <a:cs typeface="KoPubDotum"/>
              </a:rPr>
              <a:t>신규 과정 · 2차시</a:t>
            </a:r>
          </a:p>
        </p:txBody>
      </p:sp>
      <p:sp>
        <p:nvSpPr>
          <p:cNvPr id="5" name="강사용 상세 교안">
            <a:extLst xmlns:a="http://schemas.openxmlformats.org/drawingml/2006/main">
              <a:ext uri="{FF2B5EF4-FFF2-40B4-BE49-F238E27FC236}">
                <a16:creationId xmlns:a16="http://schemas.microsoft.com/office/drawing/2014/main" id="{BCEF7211-57BE-42F9-9B5A-8C7F7E13E754}"/>
              </a:ext>
            </a:extLst>
          </p:cNvPr>
          <p:cNvSpPr>
            <a:spLocks xmlns:a="http://schemas.openxmlformats.org/drawingml/2006/main" noGrp="1"/>
          </p:cNvSpPr>
          <p:nvPr/>
        </p:nvSpPr>
        <p:spPr>
          <a:xfrm xmlns:a="http://schemas.openxmlformats.org/drawingml/2006/main">
            <a:off x="2857500" y="3714750"/>
            <a:ext cx="5095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2250" b="0">
                <a:solidFill>
                  <a:srgbClr val="FFFFFF"/>
                </a:solidFill>
                <a:latin typeface="KoPubDotum"/>
                <a:ea typeface="KoPubDotum"/>
                <a:cs typeface="KoPubDotum"/>
              </a:defRPr>
            </a:defPPr>
          </a:lstStyle>
          <a:p xmlns:a="http://schemas.openxmlformats.org/drawingml/2006/main">
            <a:pPr algn="ctr">
              <a:lnSpc>
                <a:spcPct val="116000"/>
              </a:lnSpc>
              <a:buNone/>
              <a:defRPr sz="2250" b="0">
                <a:solidFill>
                  <a:srgbClr val="FFFFFF"/>
                </a:solidFill>
                <a:latin typeface="KoPubDotum"/>
                <a:ea typeface="KoPubDotum"/>
                <a:cs typeface="KoPubDotum"/>
              </a:defRPr>
            </a:pPr>
            <a:r>
              <a:rPr sz="2250" b="0">
                <a:solidFill>
                  <a:srgbClr val="FFFFFF"/>
                </a:solidFill>
                <a:latin typeface="KoPubDotum"/>
                <a:ea typeface="KoPubDotum"/>
                <a:cs typeface="KoPubDotum"/>
              </a:rPr>
              <a:t>강사용 상세 교안</a:t>
            </a:r>
          </a:p>
        </p:txBody>
      </p:sp>
    </p:spTree>
    <p:extLst>
      <p:ext uri="{BB962C8B-B14F-4D97-AF65-F5344CB8AC3E}">
        <p14:creationId xmlns:p14="http://schemas.microsoft.com/office/powerpoint/2010/main" val="849045613"/>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7" name="이번 연수에서 해볼 일">
            <a:extLst xmlns:a="http://schemas.openxmlformats.org/drawingml/2006/main">
              <a:ext uri="{FF2B5EF4-FFF2-40B4-BE49-F238E27FC236}">
                <a16:creationId xmlns:a16="http://schemas.microsoft.com/office/drawing/2014/main" id="{9B1B05F4-55A9-4299-BB62-D86D2EA94EF0}"/>
              </a:ext>
            </a:extLst>
          </p:cNvPr>
          <p:cNvSpPr>
            <a:spLocks xmlns:a="http://schemas.openxmlformats.org/drawingml/2006/main" noGrp="1"/>
          </p:cNvSpPr>
          <p:nvPr/>
        </p:nvSpPr>
        <p:spPr>
          <a:xfrm xmlns:a="http://schemas.openxmlformats.org/drawingml/2006/main">
            <a:off x="476250" y="1428750"/>
            <a:ext cx="9739313"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292929"/>
                </a:solidFill>
                <a:latin typeface="KoPubDotum"/>
                <a:ea typeface="KoPubDotum"/>
                <a:cs typeface="KoPubDotum"/>
              </a:defRPr>
            </a:defPPr>
          </a:lstStyle>
          <a:p xmlns:a="http://schemas.openxmlformats.org/drawingml/2006/main">
            <a:pPr algn="l">
              <a:lnSpc>
                <a:spcPct val="116000"/>
              </a:lnSpc>
              <a:buNone/>
              <a:defRPr sz="1950" b="0">
                <a:solidFill>
                  <a:srgbClr val="292929"/>
                </a:solidFill>
                <a:latin typeface="KoPubDotum"/>
                <a:ea typeface="KoPubDotum"/>
                <a:cs typeface="KoPubDotum"/>
              </a:defRPr>
            </a:pPr>
            <a:r>
              <a:rPr sz="1950" b="0">
                <a:solidFill>
                  <a:srgbClr val="292929"/>
                </a:solidFill>
                <a:latin typeface="KoPubDotum"/>
                <a:ea typeface="KoPubDotum"/>
                <a:cs typeface="KoPubDotum"/>
              </a:rPr>
              <a:t>이번 연수에서 해볼 일</a:t>
            </a:r>
          </a:p>
        </p:txBody>
      </p:sp>
      <p:sp>
        <p:nvSpPr>
          <p:cNvPr id="2" name="2">
            <a:extLst xmlns:a="http://schemas.openxmlformats.org/drawingml/2006/main">
              <a:ext uri="{FF2B5EF4-FFF2-40B4-BE49-F238E27FC236}">
                <a16:creationId xmlns:a16="http://schemas.microsoft.com/office/drawing/2014/main" id="{608BADC6-EE90-4AEA-B66B-746E53623947}"/>
              </a:ext>
            </a:extLst>
          </p:cNvPr>
          <p:cNvSpPr>
            <a:spLocks xmlns:a="http://schemas.openxmlformats.org/drawingml/2006/main" noGrp="1"/>
          </p:cNvSpPr>
          <p:nvPr/>
        </p:nvSpPr>
        <p:spPr>
          <a:xfrm xmlns:a="http://schemas.openxmlformats.org/drawingml/2006/main">
            <a:off x="5107782" y="7064375"/>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50" b="0">
                <a:solidFill>
                  <a:srgbClr val="5A554E"/>
                </a:solidFill>
                <a:latin typeface="KoPubDotum"/>
                <a:ea typeface="KoPubDotum"/>
                <a:cs typeface="KoPubDotum"/>
              </a:defRPr>
            </a:defPPr>
          </a:lstStyle>
          <a:p xmlns:a="http://schemas.openxmlformats.org/drawingml/2006/main">
            <a:pPr algn="ctr">
              <a:lnSpc>
                <a:spcPct val="116000"/>
              </a:lnSpc>
              <a:buNone/>
              <a:defRPr sz="1050" b="0">
                <a:solidFill>
                  <a:srgbClr val="5A554E"/>
                </a:solidFill>
                <a:latin typeface="KoPubDotum"/>
                <a:ea typeface="KoPubDotum"/>
                <a:cs typeface="KoPubDotum"/>
              </a:defRPr>
            </a:pPr>
            <a:r>
              <a:rPr sz="1050" b="0">
                <a:solidFill>
                  <a:srgbClr val="5A554E"/>
                </a:solidFill>
                <a:latin typeface="KoPubDotum"/>
                <a:ea typeface="KoPubDotum"/>
                <a:cs typeface="KoPubDotum"/>
              </a:rPr>
              <a:t>2</a:t>
            </a:r>
          </a:p>
        </p:txBody>
      </p:sp>
      <p:sp>
        <p:nvSpPr>
          <p:cNvPr id="3" name="먼저 생각해 보기">
            <a:extLst xmlns:a="http://schemas.openxmlformats.org/drawingml/2006/main">
              <a:ext uri="{FF2B5EF4-FFF2-40B4-BE49-F238E27FC236}">
                <a16:creationId xmlns:a16="http://schemas.microsoft.com/office/drawing/2014/main" id="{CC881298-2F7D-4D79-8AE4-CB07427D2DC0}"/>
              </a:ext>
            </a:extLst>
          </p:cNvPr>
          <p:cNvSpPr>
            <a:spLocks xmlns:a="http://schemas.openxmlformats.org/drawingml/2006/main" noGrp="1"/>
          </p:cNvSpPr>
          <p:nvPr/>
        </p:nvSpPr>
        <p:spPr>
          <a:xfrm xmlns:a="http://schemas.openxmlformats.org/drawingml/2006/main">
            <a:off x="523875" y="2047875"/>
            <a:ext cx="9644063" cy="37909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292929"/>
                </a:solidFill>
                <a:latin typeface="KoPubDotum"/>
                <a:ea typeface="KoPubDotum"/>
                <a:cs typeface="KoPubDotum"/>
              </a:defRPr>
            </a:defPPr>
          </a:lstStyle>
          <a:p xmlns:a="http://schemas.openxmlformats.org/drawingml/2006/main">
            <a:pPr algn="l">
              <a:lnSpc>
                <a:spcPct val="116000"/>
              </a:lnSpc>
              <a:buNone/>
              <a:defRPr sz="1950" b="1">
                <a:solidFill>
                  <a:srgbClr val="292929"/>
                </a:solidFill>
                <a:latin typeface="KoPubDotum"/>
                <a:ea typeface="KoPubDotum"/>
                <a:cs typeface="KoPubDotum"/>
              </a:defRPr>
            </a:pPr>
            <a:r>
              <a:rPr sz="1950" b="1">
                <a:solidFill>
                  <a:srgbClr val="292929"/>
                </a:solidFill>
                <a:latin typeface="KoPubDotum"/>
                <a:ea typeface="KoPubDotum"/>
                <a:cs typeface="KoPubDotum"/>
              </a:rPr>
              <a:t>먼저 생각해 보기</a:t>
            </a:r>
          </a:p>
        </p:txBody>
      </p:sp>
      <p:sp>
        <p:nvSpPr>
          <p:cNvPr id="4" name="센서 앞에 손을 대면 로봇은 언제 멈춰야 할까요?&#10;움직이지">
            <a:extLst xmlns:a="http://schemas.openxmlformats.org/drawingml/2006/main">
              <a:ext uri="{FF2B5EF4-FFF2-40B4-BE49-F238E27FC236}">
                <a16:creationId xmlns:a16="http://schemas.microsoft.com/office/drawing/2014/main" id="{75FC92F0-5953-41D8-B30B-B0A747628A20}"/>
              </a:ext>
            </a:extLst>
          </p:cNvPr>
          <p:cNvSpPr>
            <a:spLocks xmlns:a="http://schemas.openxmlformats.org/drawingml/2006/main" noGrp="1"/>
          </p:cNvSpPr>
          <p:nvPr/>
        </p:nvSpPr>
        <p:spPr>
          <a:xfrm xmlns:a="http://schemas.openxmlformats.org/drawingml/2006/main">
            <a:off x="523875" y="2484120"/>
            <a:ext cx="9644063" cy="73990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292929"/>
                </a:solidFill>
                <a:latin typeface="KoPubDotum"/>
                <a:ea typeface="KoPubDotum"/>
                <a:cs typeface="KoPubDotum"/>
              </a:defRPr>
            </a:defPPr>
          </a:lstStyle>
          <a:p xmlns:a="http://schemas.openxmlformats.org/drawingml/2006/main">
            <a:pPr algn="l">
              <a:lnSpc>
                <a:spcPct val="116000"/>
              </a:lnSpc>
              <a:buNone/>
              <a:defRPr sz="1950" b="0">
                <a:solidFill>
                  <a:srgbClr val="292929"/>
                </a:solidFill>
                <a:latin typeface="KoPubDotum"/>
                <a:ea typeface="KoPubDotum"/>
                <a:cs typeface="KoPubDotum"/>
              </a:defRPr>
            </a:pPr>
            <a:r>
              <a:rPr sz="1950" b="0">
                <a:solidFill>
                  <a:srgbClr val="292929"/>
                </a:solidFill>
                <a:latin typeface="KoPubDotum"/>
                <a:ea typeface="KoPubDotum"/>
                <a:cs typeface="KoPubDotum"/>
              </a:rPr>
              <a:t>센서 앞에 손을 대면 로봇은 언제 멈춰야 할까요?</a:t>
            </a:r>
          </a:p>
          <a:p xmlns:a="http://schemas.openxmlformats.org/drawingml/2006/main">
            <a:pPr algn="l">
              <a:lnSpc>
                <a:spcPct val="116000"/>
              </a:lnSpc>
              <a:buNone/>
              <a:defRPr sz="1950" b="0">
                <a:solidFill>
                  <a:srgbClr val="292929"/>
                </a:solidFill>
                <a:latin typeface="KoPubDotum"/>
                <a:ea typeface="KoPubDotum"/>
                <a:cs typeface="KoPubDotum"/>
              </a:defRPr>
            </a:pPr>
            <a:r>
              <a:rPr sz="1950" b="0">
                <a:solidFill>
                  <a:srgbClr val="292929"/>
                </a:solidFill>
                <a:latin typeface="KoPubDotum"/>
                <a:ea typeface="KoPubDotum"/>
                <a:cs typeface="KoPubDotum"/>
              </a:rPr>
              <a:t>움직이지 않는 로봇은 어디부터 확인하나요?</a:t>
            </a:r>
          </a:p>
        </p:txBody>
      </p:sp>
      <p:sp>
        <p:nvSpPr>
          <p:cNvPr id="5" name="연수가 끝나면">
            <a:extLst xmlns:a="http://schemas.openxmlformats.org/drawingml/2006/main">
              <a:ext uri="{FF2B5EF4-FFF2-40B4-BE49-F238E27FC236}">
                <a16:creationId xmlns:a16="http://schemas.microsoft.com/office/drawing/2014/main" id="{F9559DDF-AAAC-49F1-A620-56E308AE386A}"/>
              </a:ext>
            </a:extLst>
          </p:cNvPr>
          <p:cNvSpPr>
            <a:spLocks xmlns:a="http://schemas.openxmlformats.org/drawingml/2006/main" noGrp="1"/>
          </p:cNvSpPr>
          <p:nvPr/>
        </p:nvSpPr>
        <p:spPr>
          <a:xfrm xmlns:a="http://schemas.openxmlformats.org/drawingml/2006/main">
            <a:off x="523875" y="3471672"/>
            <a:ext cx="9644063" cy="37909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292929"/>
                </a:solidFill>
                <a:latin typeface="KoPubDotum"/>
                <a:ea typeface="KoPubDotum"/>
                <a:cs typeface="KoPubDotum"/>
              </a:defRPr>
            </a:defPPr>
          </a:lstStyle>
          <a:p xmlns:a="http://schemas.openxmlformats.org/drawingml/2006/main">
            <a:pPr algn="l">
              <a:lnSpc>
                <a:spcPct val="116000"/>
              </a:lnSpc>
              <a:buNone/>
              <a:defRPr sz="1950" b="1">
                <a:solidFill>
                  <a:srgbClr val="292929"/>
                </a:solidFill>
                <a:latin typeface="KoPubDotum"/>
                <a:ea typeface="KoPubDotum"/>
                <a:cs typeface="KoPubDotum"/>
              </a:defRPr>
            </a:pPr>
            <a:r>
              <a:rPr sz="1950" b="1">
                <a:solidFill>
                  <a:srgbClr val="292929"/>
                </a:solidFill>
                <a:latin typeface="KoPubDotum"/>
                <a:ea typeface="KoPubDotum"/>
                <a:cs typeface="KoPubDotum"/>
              </a:rPr>
              <a:t>연수가 끝나면</a:t>
            </a:r>
          </a:p>
        </p:txBody>
      </p:sp>
      <p:sp>
        <p:nvSpPr>
          <p:cNvPr id="6" name="드라이빙 베이스를 직접 조립하고 짧게 주행합니다.&#10;센서 조">
            <a:extLst xmlns:a="http://schemas.openxmlformats.org/drawingml/2006/main">
              <a:ext uri="{FF2B5EF4-FFF2-40B4-BE49-F238E27FC236}">
                <a16:creationId xmlns:a16="http://schemas.microsoft.com/office/drawing/2014/main" id="{8A00C981-55C1-4B21-992D-2B7CE54D104C}"/>
              </a:ext>
            </a:extLst>
          </p:cNvPr>
          <p:cNvSpPr>
            <a:spLocks xmlns:a="http://schemas.openxmlformats.org/drawingml/2006/main" noGrp="1"/>
          </p:cNvSpPr>
          <p:nvPr/>
        </p:nvSpPr>
        <p:spPr>
          <a:xfrm xmlns:a="http://schemas.openxmlformats.org/drawingml/2006/main">
            <a:off x="523875" y="3907917"/>
            <a:ext cx="9644063" cy="73990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292929"/>
                </a:solidFill>
                <a:latin typeface="KoPubDotum"/>
                <a:ea typeface="KoPubDotum"/>
                <a:cs typeface="KoPubDotum"/>
              </a:defRPr>
            </a:defPPr>
          </a:lstStyle>
          <a:p xmlns:a="http://schemas.openxmlformats.org/drawingml/2006/main">
            <a:pPr algn="l">
              <a:lnSpc>
                <a:spcPct val="116000"/>
              </a:lnSpc>
              <a:buNone/>
              <a:defRPr sz="1950" b="0">
                <a:solidFill>
                  <a:srgbClr val="292929"/>
                </a:solidFill>
                <a:latin typeface="KoPubDotum"/>
                <a:ea typeface="KoPubDotum"/>
                <a:cs typeface="KoPubDotum"/>
              </a:defRPr>
            </a:pPr>
            <a:r>
              <a:rPr sz="1950" b="0">
                <a:solidFill>
                  <a:srgbClr val="292929"/>
                </a:solidFill>
                <a:latin typeface="KoPubDotum"/>
                <a:ea typeface="KoPubDotum"/>
                <a:cs typeface="KoPubDotum"/>
              </a:rPr>
              <a:t>드라이빙 베이스를 직접 조립하고 짧게 주행합니다.</a:t>
            </a:r>
          </a:p>
          <a:p xmlns:a="http://schemas.openxmlformats.org/drawingml/2006/main">
            <a:pPr algn="l">
              <a:lnSpc>
                <a:spcPct val="116000"/>
              </a:lnSpc>
              <a:buNone/>
              <a:defRPr sz="1950" b="0">
                <a:solidFill>
                  <a:srgbClr val="292929"/>
                </a:solidFill>
                <a:latin typeface="KoPubDotum"/>
                <a:ea typeface="KoPubDotum"/>
                <a:cs typeface="KoPubDotum"/>
              </a:defRPr>
            </a:pPr>
            <a:r>
              <a:rPr sz="1950" b="0">
                <a:solidFill>
                  <a:srgbClr val="292929"/>
                </a:solidFill>
                <a:latin typeface="KoPubDotum"/>
                <a:ea typeface="KoPubDotum"/>
                <a:cs typeface="KoPubDotum"/>
              </a:rPr>
              <a:t>센서 조건 하나를 바꾸고, 동작이 달라진 이유를 설명합니다.</a:t>
            </a:r>
          </a:p>
        </p:txBody>
      </p:sp>
    </p:spTree>
    <p:extLst>
      <p:ext uri="{BB962C8B-B14F-4D97-AF65-F5344CB8AC3E}">
        <p14:creationId xmlns:p14="http://schemas.microsoft.com/office/powerpoint/2010/main" val="545570752"/>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4" name="연수 일정과 준비물">
            <a:extLst xmlns:a="http://schemas.openxmlformats.org/drawingml/2006/main">
              <a:ext uri="{FF2B5EF4-FFF2-40B4-BE49-F238E27FC236}">
                <a16:creationId xmlns:a16="http://schemas.microsoft.com/office/drawing/2014/main" id="{FDAB7790-0919-4CB3-940A-25CD58CAC5F8}"/>
              </a:ext>
            </a:extLst>
          </p:cNvPr>
          <p:cNvSpPr>
            <a:spLocks xmlns:a="http://schemas.openxmlformats.org/drawingml/2006/main" noGrp="1"/>
          </p:cNvSpPr>
          <p:nvPr/>
        </p:nvSpPr>
        <p:spPr>
          <a:xfrm xmlns:a="http://schemas.openxmlformats.org/drawingml/2006/main">
            <a:off x="476250" y="1428750"/>
            <a:ext cx="9739313"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292929"/>
                </a:solidFill>
                <a:latin typeface="KoPubDotum"/>
                <a:ea typeface="KoPubDotum"/>
                <a:cs typeface="KoPubDotum"/>
              </a:defRPr>
            </a:defPPr>
          </a:lstStyle>
          <a:p xmlns:a="http://schemas.openxmlformats.org/drawingml/2006/main">
            <a:pPr algn="l">
              <a:lnSpc>
                <a:spcPct val="116000"/>
              </a:lnSpc>
              <a:buNone/>
              <a:defRPr sz="1950" b="0">
                <a:solidFill>
                  <a:srgbClr val="292929"/>
                </a:solidFill>
                <a:latin typeface="KoPubDotum"/>
                <a:ea typeface="KoPubDotum"/>
                <a:cs typeface="KoPubDotum"/>
              </a:defRPr>
            </a:pPr>
            <a:r>
              <a:rPr sz="1950" b="0">
                <a:solidFill>
                  <a:srgbClr val="292929"/>
                </a:solidFill>
                <a:latin typeface="KoPubDotum"/>
                <a:ea typeface="KoPubDotum"/>
                <a:cs typeface="KoPubDotum"/>
              </a:rPr>
              <a:t>연수 일정과 준비물</a:t>
            </a:r>
          </a:p>
        </p:txBody>
      </p:sp>
      <p:sp>
        <p:nvSpPr>
          <p:cNvPr id="2" name="3">
            <a:extLst xmlns:a="http://schemas.openxmlformats.org/drawingml/2006/main">
              <a:ext uri="{FF2B5EF4-FFF2-40B4-BE49-F238E27FC236}">
                <a16:creationId xmlns:a16="http://schemas.microsoft.com/office/drawing/2014/main" id="{6022E9F1-7464-41DF-9AC3-7BD2FD562BC6}"/>
              </a:ext>
            </a:extLst>
          </p:cNvPr>
          <p:cNvSpPr>
            <a:spLocks xmlns:a="http://schemas.openxmlformats.org/drawingml/2006/main" noGrp="1"/>
          </p:cNvSpPr>
          <p:nvPr/>
        </p:nvSpPr>
        <p:spPr>
          <a:xfrm xmlns:a="http://schemas.openxmlformats.org/drawingml/2006/main">
            <a:off x="5107782" y="7064375"/>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50" b="0">
                <a:solidFill>
                  <a:srgbClr val="5A554E"/>
                </a:solidFill>
                <a:latin typeface="KoPubDotum"/>
                <a:ea typeface="KoPubDotum"/>
                <a:cs typeface="KoPubDotum"/>
              </a:defRPr>
            </a:defPPr>
          </a:lstStyle>
          <a:p xmlns:a="http://schemas.openxmlformats.org/drawingml/2006/main">
            <a:pPr algn="ctr">
              <a:lnSpc>
                <a:spcPct val="116000"/>
              </a:lnSpc>
              <a:buNone/>
              <a:defRPr sz="1050" b="0">
                <a:solidFill>
                  <a:srgbClr val="5A554E"/>
                </a:solidFill>
                <a:latin typeface="KoPubDotum"/>
                <a:ea typeface="KoPubDotum"/>
                <a:cs typeface="KoPubDotum"/>
              </a:defRPr>
            </a:pPr>
            <a:r>
              <a:rPr sz="1050" b="0">
                <a:solidFill>
                  <a:srgbClr val="5A554E"/>
                </a:solidFill>
                <a:latin typeface="KoPubDotum"/>
                <a:ea typeface="KoPubDotum"/>
                <a:cs typeface="KoPubDotum"/>
              </a:rPr>
              <a:t>3</a:t>
            </a:r>
          </a:p>
        </p:txBody>
      </p:sp>
      <p:graphicFrame>
        <p:nvGraphicFramePr>
          <p:cNvPr id="3" name="">
            <a:extLst xmlns:a="http://schemas.openxmlformats.org/drawingml/2006/main">
              <a:ext uri="{FF2B5EF4-FFF2-40B4-BE49-F238E27FC236}">
                <a16:creationId xmlns:a16="http://schemas.microsoft.com/office/drawing/2014/main" id="{D3F2C2F7-E477-44EF-82DD-EAAC98DDFB89}"/>
              </a:ext>
            </a:extLst>
          </p:cNvPr>
          <p:cNvGraphicFramePr/>
          <p:nvPr/>
        </p:nvGraphicFramePr>
        <p:xfrm>
          <a:off xmlns:a="http://schemas.openxmlformats.org/drawingml/2006/main" x="476250" y="1981200"/>
          <a:ext xmlns:a="http://schemas.openxmlformats.org/drawingml/2006/main" cx="9739313" cy="1943100"/>
        </p:xfrm>
        <a:graphic xmlns:a="http://schemas.openxmlformats.org/drawingml/2006/main">
          <a:graphicData uri="http://schemas.openxmlformats.org/drawingml/2006/table">
            <a:tbl>
              <a:tblPr/>
              <a:tblGrid>
                <a:gridCol w="1947863"/>
                <a:gridCol w="3895725"/>
                <a:gridCol w="3895725"/>
              </a:tblGrid>
              <a:tr h="457200">
                <a:tc>
                  <a:txBody>
                    <a:bodyPr lIns="133350" tIns="114300" rIns="114300" bIns="76200">
                      <a:noAutofit/>
                    </a:bodyPr>
                    <a:lstStyle/>
                    <a:p>
                      <a:r>
                        <a:rPr sz="1725" b="1">
                          <a:solidFill>
                            <a:srgbClr val="FFFFFF"/>
                          </a:solidFill>
                          <a:latin typeface="KoPubDotum"/>
                          <a:ea typeface="KoPubDotum"/>
                          <a:cs typeface="KoPubDotum"/>
                        </a:rPr>
                        <a:t>차시</a:t>
                      </a:r>
                    </a:p>
                  </a:txBody>
                  <a:tcPr marL="91440" marR="91440" marT="45720" marB="45720" anchor="ctr">
                    <a:solidFill>
                      <a:srgbClr val="F7972B"/>
                    </a:solidFill>
                  </a:tcPr>
                </a:tc>
                <a:tc>
                  <a:txBody>
                    <a:bodyPr lIns="133350" tIns="114300" rIns="114300" bIns="76200">
                      <a:noAutofit/>
                    </a:bodyPr>
                    <a:lstStyle/>
                    <a:p>
                      <a:r>
                        <a:rPr sz="1725" b="1">
                          <a:solidFill>
                            <a:srgbClr val="FFFFFF"/>
                          </a:solidFill>
                          <a:latin typeface="KoPubDotum"/>
                          <a:ea typeface="KoPubDotum"/>
                          <a:cs typeface="KoPubDotum"/>
                        </a:rPr>
                        <a:t>실습 순서</a:t>
                      </a:r>
                    </a:p>
                  </a:txBody>
                  <a:tcPr marL="91440" marR="91440" marT="45720" marB="45720" anchor="ctr">
                    <a:solidFill>
                      <a:srgbClr val="F7972B"/>
                    </a:solidFill>
                  </a:tcPr>
                </a:tc>
                <a:tc>
                  <a:txBody>
                    <a:bodyPr lIns="133350" tIns="114300" rIns="114300" bIns="76200">
                      <a:noAutofit/>
                    </a:bodyPr>
                    <a:lstStyle/>
                    <a:p>
                      <a:r>
                        <a:rPr sz="1725" b="1">
                          <a:solidFill>
                            <a:srgbClr val="FFFFFF"/>
                          </a:solidFill>
                          <a:latin typeface="KoPubDotum"/>
                          <a:ea typeface="KoPubDotum"/>
                          <a:cs typeface="KoPubDotum"/>
                        </a:rPr>
                        <a:t>시간</a:t>
                      </a:r>
                    </a:p>
                  </a:txBody>
                  <a:tcPr marL="91440" marR="91440" marT="45720" marB="45720" anchor="ctr">
                    <a:solidFill>
                      <a:srgbClr val="F7972B"/>
                    </a:solidFill>
                  </a:tcPr>
                </a:tc>
              </a:tr>
              <a:tr h="742950">
                <a:tc>
                  <a:txBody>
                    <a:bodyPr lIns="133350" tIns="114300" rIns="114300" bIns="76200">
                      <a:noAutofit/>
                    </a:bodyPr>
                    <a:lstStyle/>
                    <a:p>
                      <a:r>
                        <a:rPr sz="1725" b="0">
                          <a:solidFill>
                            <a:srgbClr val="292929"/>
                          </a:solidFill>
                          <a:latin typeface="KoPubDotum"/>
                          <a:ea typeface="KoPubDotum"/>
                          <a:cs typeface="KoPubDotum"/>
                        </a:rPr>
                        <a:t>1차시</a:t>
                      </a:r>
                    </a:p>
                  </a:txBody>
                  <a:tcPr marL="91440" marR="91440" marT="45720" marB="45720" anchor="ctr">
                    <a:solidFill>
                      <a:srgbClr val="FFF5E9"/>
                    </a:solidFill>
                  </a:tcPr>
                </a:tc>
                <a:tc>
                  <a:txBody>
                    <a:bodyPr lIns="133350" tIns="114300" rIns="114300" bIns="76200">
                      <a:noAutofit/>
                    </a:bodyPr>
                    <a:lstStyle/>
                    <a:p>
                      <a:r>
                        <a:rPr sz="1725" b="0">
                          <a:solidFill>
                            <a:srgbClr val="292929"/>
                          </a:solidFill>
                          <a:latin typeface="KoPubDotum"/>
                          <a:ea typeface="KoPubDotum"/>
                          <a:cs typeface="KoPubDotum"/>
                        </a:rPr>
                        <a:t>구성품 5분, 연결 8분</a:t>
                      </a:r>
                    </a:p>
                    <a:p>
                      <a:r>
                        <a:rPr sz="1725" b="0">
                          <a:solidFill>
                            <a:srgbClr val="292929"/>
                          </a:solidFill>
                          <a:latin typeface="KoPubDotum"/>
                          <a:ea typeface="KoPubDotum"/>
                          <a:cs typeface="KoPubDotum"/>
                        </a:rPr>
                        <a:t>직접 조립 22분, 주행 10분, 점검 5분</a:t>
                      </a:r>
                    </a:p>
                  </a:txBody>
                  <a:tcPr marL="91440" marR="91440" marT="45720" marB="45720" anchor="ctr">
                    <a:solidFill>
                      <a:srgbClr val="FFFFFF"/>
                    </a:solidFill>
                  </a:tcPr>
                </a:tc>
                <a:tc>
                  <a:txBody>
                    <a:bodyPr lIns="133350" tIns="114300" rIns="114300" bIns="76200">
                      <a:noAutofit/>
                    </a:bodyPr>
                    <a:lstStyle/>
                    <a:p>
                      <a:r>
                        <a:rPr sz="1725" b="0">
                          <a:solidFill>
                            <a:srgbClr val="292929"/>
                          </a:solidFill>
                          <a:latin typeface="KoPubDotum"/>
                          <a:ea typeface="KoPubDotum"/>
                          <a:cs typeface="KoPubDotum"/>
                        </a:rPr>
                        <a:t>50분</a:t>
                      </a:r>
                    </a:p>
                  </a:txBody>
                  <a:tcPr marL="91440" marR="91440" marT="45720" marB="45720" anchor="ctr">
                    <a:solidFill>
                      <a:srgbClr val="FFFFFF"/>
                    </a:solidFill>
                  </a:tcPr>
                </a:tc>
              </a:tr>
              <a:tr h="742950">
                <a:tc>
                  <a:txBody>
                    <a:bodyPr lIns="133350" tIns="114300" rIns="114300" bIns="76200">
                      <a:noAutofit/>
                    </a:bodyPr>
                    <a:lstStyle/>
                    <a:p>
                      <a:r>
                        <a:rPr sz="1725" b="0">
                          <a:solidFill>
                            <a:srgbClr val="292929"/>
                          </a:solidFill>
                          <a:latin typeface="KoPubDotum"/>
                          <a:ea typeface="KoPubDotum"/>
                          <a:cs typeface="KoPubDotum"/>
                        </a:rPr>
                        <a:t>2차시</a:t>
                      </a:r>
                    </a:p>
                  </a:txBody>
                  <a:tcPr marL="91440" marR="91440" marT="45720" marB="45720" anchor="ctr">
                    <a:solidFill>
                      <a:srgbClr val="FFF5E9"/>
                    </a:solidFill>
                  </a:tcPr>
                </a:tc>
                <a:tc>
                  <a:txBody>
                    <a:bodyPr lIns="133350" tIns="114300" rIns="114300" bIns="76200">
                      <a:noAutofit/>
                    </a:bodyPr>
                    <a:lstStyle/>
                    <a:p>
                      <a:r>
                        <a:rPr sz="1725" b="0">
                          <a:solidFill>
                            <a:srgbClr val="292929"/>
                          </a:solidFill>
                          <a:latin typeface="KoPubDotum"/>
                          <a:ea typeface="KoPubDotum"/>
                          <a:cs typeface="KoPubDotum"/>
                        </a:rPr>
                        <a:t>센서값 5분, 힘·거리 18분</a:t>
                      </a:r>
                    </a:p>
                    <a:p>
                      <a:r>
                        <a:rPr sz="1725" b="0">
                          <a:solidFill>
                            <a:srgbClr val="292929"/>
                          </a:solidFill>
                          <a:latin typeface="KoPubDotum"/>
                          <a:ea typeface="KoPubDotum"/>
                          <a:cs typeface="KoPubDotum"/>
                        </a:rPr>
                        <a:t>컬러·자이로 12분</a:t>
                      </a:r>
                    </a:p>
                    <a:p>
                      <a:r>
                        <a:rPr sz="1725" b="0">
                          <a:solidFill>
                            <a:srgbClr val="292929"/>
                          </a:solidFill>
                          <a:latin typeface="KoPubDotum"/>
                          <a:ea typeface="KoPubDotum"/>
                          <a:cs typeface="KoPubDotum"/>
                        </a:rPr>
                        <a:t>수업 활동 10분, 평가 5분</a:t>
                      </a:r>
                    </a:p>
                  </a:txBody>
                  <a:tcPr marL="91440" marR="91440" marT="45720" marB="45720" anchor="ctr">
                    <a:solidFill>
                      <a:srgbClr val="FFFFFF"/>
                    </a:solidFill>
                  </a:tcPr>
                </a:tc>
                <a:tc>
                  <a:txBody>
                    <a:bodyPr lIns="133350" tIns="114300" rIns="114300" bIns="76200">
                      <a:noAutofit/>
                    </a:bodyPr>
                    <a:lstStyle/>
                    <a:p>
                      <a:r>
                        <a:rPr sz="1725" b="0">
                          <a:solidFill>
                            <a:srgbClr val="292929"/>
                          </a:solidFill>
                          <a:latin typeface="KoPubDotum"/>
                          <a:ea typeface="KoPubDotum"/>
                          <a:cs typeface="KoPubDotum"/>
                        </a:rPr>
                        <a:t>50분</a:t>
                      </a:r>
                    </a:p>
                  </a:txBody>
                  <a:tcPr marL="91440" marR="91440" marT="45720" marB="45720" anchor="ctr">
                    <a:solidFill>
                      <a:srgbClr val="FFFFFF"/>
                    </a:solidFill>
                  </a:tcPr>
                </a:tc>
              </a:tr>
            </a:tbl>
          </a:graphicData>
        </a:graphic>
      </p:graphicFrame>
    </p:spTree>
    <p:extLst>
      <p:ext uri="{BB962C8B-B14F-4D97-AF65-F5344CB8AC3E}">
        <p14:creationId xmlns:p14="http://schemas.microsoft.com/office/powerpoint/2010/main" val="628891502"/>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02540760-C156-4FAA-A6C6-9AA3CEB62C9E}"/>
              </a:ext>
            </a:extLst>
          </p:cNvPr>
          <p:cNvSpPr>
            <a:spLocks xmlns:a="http://schemas.openxmlformats.org/drawingml/2006/main" noGrp="1"/>
          </p:cNvSpPr>
          <p:nvPr/>
        </p:nvSpPr>
        <p:spPr>
          <a:xfrm xmlns:a="http://schemas.openxmlformats.org/drawingml/2006/main">
            <a:off x="742950" y="1381125"/>
            <a:ext cx="2095500" cy="495300"/>
          </a:xfrm>
          <a:prstGeom xmlns:a="http://schemas.openxmlformats.org/drawingml/2006/main" prst="rect">
            <a:avLst/>
          </a:prstGeom>
          <a:solidFill xmlns:a="http://schemas.openxmlformats.org/drawingml/2006/main">
            <a:srgbClr val="F7972B"/>
          </a:solidFill>
          <a:ln xmlns:a="http://schemas.openxmlformats.org/drawingml/2006/main" w="0">
            <a:noFill/>
          </a:ln>
        </p:spPr>
      </p:sp>
      <p:sp>
        <p:nvSpPr>
          <p:cNvPr id="2" name="1차시">
            <a:extLst xmlns:a="http://schemas.openxmlformats.org/drawingml/2006/main">
              <a:ext uri="{FF2B5EF4-FFF2-40B4-BE49-F238E27FC236}">
                <a16:creationId xmlns:a16="http://schemas.microsoft.com/office/drawing/2014/main" id="{758327F3-45D7-4ED6-BDD8-CC50FB5DC21A}"/>
              </a:ext>
            </a:extLst>
          </p:cNvPr>
          <p:cNvSpPr>
            <a:spLocks xmlns:a="http://schemas.openxmlformats.org/drawingml/2006/main" noGrp="1"/>
          </p:cNvSpPr>
          <p:nvPr/>
        </p:nvSpPr>
        <p:spPr>
          <a:xfrm xmlns:a="http://schemas.openxmlformats.org/drawingml/2006/main">
            <a:off x="819150" y="1466850"/>
            <a:ext cx="1952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2175" b="1">
                <a:solidFill>
                  <a:srgbClr val="FFFFFF"/>
                </a:solidFill>
                <a:latin typeface="KoPubDotum"/>
                <a:ea typeface="KoPubDotum"/>
                <a:cs typeface="KoPubDotum"/>
              </a:defRPr>
            </a:defPPr>
          </a:lstStyle>
          <a:p xmlns:a="http://schemas.openxmlformats.org/drawingml/2006/main">
            <a:pPr algn="ctr">
              <a:lnSpc>
                <a:spcPct val="116000"/>
              </a:lnSpc>
              <a:buNone/>
              <a:defRPr sz="2175" b="1">
                <a:solidFill>
                  <a:srgbClr val="FFFFFF"/>
                </a:solidFill>
                <a:latin typeface="KoPubDotum"/>
                <a:ea typeface="KoPubDotum"/>
                <a:cs typeface="KoPubDotum"/>
              </a:defRPr>
            </a:pPr>
            <a:r>
              <a:rPr sz="2175" b="1">
                <a:solidFill>
                  <a:srgbClr val="FFFFFF"/>
                </a:solidFill>
                <a:latin typeface="KoPubDotum"/>
                <a:ea typeface="KoPubDotum"/>
                <a:cs typeface="KoPubDotum"/>
              </a:rPr>
              <a:t>1차시</a:t>
            </a:r>
          </a:p>
        </p:txBody>
      </p:sp>
      <p:sp>
        <p:nvSpPr>
          <p:cNvPr id="3" name="SPIKE Prime 시작하기&#10;드라이빙 베이스 조립">
            <a:extLst xmlns:a="http://schemas.openxmlformats.org/drawingml/2006/main">
              <a:ext uri="{FF2B5EF4-FFF2-40B4-BE49-F238E27FC236}">
                <a16:creationId xmlns:a16="http://schemas.microsoft.com/office/drawing/2014/main" id="{0918A6D9-9AC5-42F3-8264-2D5E969BB3B9}"/>
              </a:ext>
            </a:extLst>
          </p:cNvPr>
          <p:cNvSpPr>
            <a:spLocks xmlns:a="http://schemas.openxmlformats.org/drawingml/2006/main" noGrp="1"/>
          </p:cNvSpPr>
          <p:nvPr/>
        </p:nvSpPr>
        <p:spPr>
          <a:xfrm xmlns:a="http://schemas.openxmlformats.org/drawingml/2006/main">
            <a:off x="781050" y="2257425"/>
            <a:ext cx="8953500" cy="140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525" b="1">
                <a:solidFill>
                  <a:srgbClr val="292929"/>
                </a:solidFill>
                <a:latin typeface="KoPubDotum"/>
                <a:ea typeface="KoPubDotum"/>
                <a:cs typeface="KoPubDotum"/>
              </a:defRPr>
            </a:defPPr>
          </a:lstStyle>
          <a:p xmlns:a="http://schemas.openxmlformats.org/drawingml/2006/main">
            <a:pPr algn="l">
              <a:lnSpc>
                <a:spcPct val="116000"/>
              </a:lnSpc>
              <a:buNone/>
              <a:defRPr sz="3525" b="1">
                <a:solidFill>
                  <a:srgbClr val="292929"/>
                </a:solidFill>
                <a:latin typeface="KoPubDotum"/>
                <a:ea typeface="KoPubDotum"/>
                <a:cs typeface="KoPubDotum"/>
              </a:defRPr>
            </a:pPr>
            <a:r>
              <a:rPr sz="3525" b="1">
                <a:solidFill>
                  <a:srgbClr val="292929"/>
                </a:solidFill>
                <a:latin typeface="KoPubDotum"/>
                <a:ea typeface="KoPubDotum"/>
                <a:cs typeface="KoPubDotum"/>
              </a:rPr>
              <a:t>SPIKE Prime 시작하기</a:t>
            </a:r>
          </a:p>
          <a:p xmlns:a="http://schemas.openxmlformats.org/drawingml/2006/main">
            <a:pPr algn="l">
              <a:lnSpc>
                <a:spcPct val="116000"/>
              </a:lnSpc>
              <a:buNone/>
              <a:defRPr sz="3525" b="1">
                <a:solidFill>
                  <a:srgbClr val="292929"/>
                </a:solidFill>
                <a:latin typeface="KoPubDotum"/>
                <a:ea typeface="KoPubDotum"/>
                <a:cs typeface="KoPubDotum"/>
              </a:defRPr>
            </a:pPr>
            <a:r>
              <a:rPr sz="3525" b="1">
                <a:solidFill>
                  <a:srgbClr val="292929"/>
                </a:solidFill>
                <a:latin typeface="KoPubDotum"/>
                <a:ea typeface="KoPubDotum"/>
                <a:cs typeface="KoPubDotum"/>
              </a:rPr>
              <a:t>드라이빙 베이스 조립</a:t>
            </a:r>
          </a:p>
        </p:txBody>
      </p:sp>
      <p:sp>
        <p:nvSpPr>
          <p:cNvPr id="4" name="">
            <a:extLst xmlns:a="http://schemas.openxmlformats.org/drawingml/2006/main">
              <a:ext uri="{FF2B5EF4-FFF2-40B4-BE49-F238E27FC236}">
                <a16:creationId xmlns:a16="http://schemas.microsoft.com/office/drawing/2014/main" id="{6F1994EE-6DE9-47B7-8B4E-3BDF492907C6}"/>
              </a:ext>
            </a:extLst>
          </p:cNvPr>
          <p:cNvSpPr>
            <a:spLocks xmlns:a="http://schemas.openxmlformats.org/drawingml/2006/main" noGrp="1"/>
          </p:cNvSpPr>
          <p:nvPr/>
        </p:nvSpPr>
        <p:spPr>
          <a:xfrm xmlns:a="http://schemas.openxmlformats.org/drawingml/2006/main">
            <a:off x="742950" y="4191000"/>
            <a:ext cx="2095500" cy="485775"/>
          </a:xfrm>
          <a:prstGeom xmlns:a="http://schemas.openxmlformats.org/drawingml/2006/main" prst="rect">
            <a:avLst/>
          </a:prstGeom>
          <a:solidFill xmlns:a="http://schemas.openxmlformats.org/drawingml/2006/main">
            <a:srgbClr val="F7972B"/>
          </a:solidFill>
          <a:ln xmlns:a="http://schemas.openxmlformats.org/drawingml/2006/main" w="0">
            <a:noFill/>
          </a:ln>
        </p:spPr>
      </p:sp>
      <p:sp>
        <p:nvSpPr>
          <p:cNvPr id="5" name="학습 목표">
            <a:extLst xmlns:a="http://schemas.openxmlformats.org/drawingml/2006/main">
              <a:ext uri="{FF2B5EF4-FFF2-40B4-BE49-F238E27FC236}">
                <a16:creationId xmlns:a16="http://schemas.microsoft.com/office/drawing/2014/main" id="{4AC36A2C-C173-4570-9D63-97CB06D0D9AF}"/>
              </a:ext>
            </a:extLst>
          </p:cNvPr>
          <p:cNvSpPr>
            <a:spLocks xmlns:a="http://schemas.openxmlformats.org/drawingml/2006/main" noGrp="1"/>
          </p:cNvSpPr>
          <p:nvPr/>
        </p:nvSpPr>
        <p:spPr>
          <a:xfrm xmlns:a="http://schemas.openxmlformats.org/drawingml/2006/main">
            <a:off x="838200" y="4276725"/>
            <a:ext cx="1905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2100" b="1">
                <a:solidFill>
                  <a:srgbClr val="FFFFFF"/>
                </a:solidFill>
                <a:latin typeface="KoPubDotum"/>
                <a:ea typeface="KoPubDotum"/>
                <a:cs typeface="KoPubDotum"/>
              </a:defRPr>
            </a:defPPr>
          </a:lstStyle>
          <a:p xmlns:a="http://schemas.openxmlformats.org/drawingml/2006/main">
            <a:pPr algn="ctr">
              <a:lnSpc>
                <a:spcPct val="116000"/>
              </a:lnSpc>
              <a:buNone/>
              <a:defRPr sz="2100" b="1">
                <a:solidFill>
                  <a:srgbClr val="FFFFFF"/>
                </a:solidFill>
                <a:latin typeface="KoPubDotum"/>
                <a:ea typeface="KoPubDotum"/>
                <a:cs typeface="KoPubDotum"/>
              </a:defRPr>
            </a:pPr>
            <a:r>
              <a:rPr sz="2100" b="1">
                <a:solidFill>
                  <a:srgbClr val="FFFFFF"/>
                </a:solidFill>
                <a:latin typeface="KoPubDotum"/>
                <a:ea typeface="KoPubDotum"/>
                <a:cs typeface="KoPubDotum"/>
              </a:rPr>
              <a:t>학습 목표</a:t>
            </a:r>
          </a:p>
        </p:txBody>
      </p:sp>
      <p:sp>
        <p:nvSpPr>
          <p:cNvPr id="6" name="1. Hub와 모터, 센서를 구별합니다.&#10;2. 로봇을 조립">
            <a:extLst xmlns:a="http://schemas.openxmlformats.org/drawingml/2006/main">
              <a:ext uri="{FF2B5EF4-FFF2-40B4-BE49-F238E27FC236}">
                <a16:creationId xmlns:a16="http://schemas.microsoft.com/office/drawing/2014/main" id="{8AF550D7-D11E-4964-8780-1B0177D0E76A}"/>
              </a:ext>
            </a:extLst>
          </p:cNvPr>
          <p:cNvSpPr>
            <a:spLocks xmlns:a="http://schemas.openxmlformats.org/drawingml/2006/main" noGrp="1"/>
          </p:cNvSpPr>
          <p:nvPr/>
        </p:nvSpPr>
        <p:spPr>
          <a:xfrm xmlns:a="http://schemas.openxmlformats.org/drawingml/2006/main">
            <a:off x="3381375" y="4171950"/>
            <a:ext cx="6334125"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292929"/>
                </a:solidFill>
                <a:latin typeface="KoPubDotum"/>
                <a:ea typeface="KoPubDotum"/>
                <a:cs typeface="KoPubDotum"/>
              </a:defRPr>
            </a:defPPr>
          </a:lstStyle>
          <a:p xmlns:a="http://schemas.openxmlformats.org/drawingml/2006/main">
            <a:pPr algn="l">
              <a:lnSpc>
                <a:spcPct val="116000"/>
              </a:lnSpc>
              <a:buNone/>
              <a:defRPr sz="2025" b="0">
                <a:solidFill>
                  <a:srgbClr val="292929"/>
                </a:solidFill>
                <a:latin typeface="KoPubDotum"/>
                <a:ea typeface="KoPubDotum"/>
                <a:cs typeface="KoPubDotum"/>
              </a:defRPr>
            </a:pPr>
            <a:r>
              <a:rPr sz="2025" b="0">
                <a:solidFill>
                  <a:srgbClr val="292929"/>
                </a:solidFill>
                <a:latin typeface="KoPubDotum"/>
                <a:ea typeface="KoPubDotum"/>
                <a:cs typeface="KoPubDotum"/>
              </a:rPr>
              <a:t>1. Hub와 모터, 센서를 구별합니다.</a:t>
            </a:r>
          </a:p>
          <a:p xmlns:a="http://schemas.openxmlformats.org/drawingml/2006/main">
            <a:pPr algn="l">
              <a:lnSpc>
                <a:spcPct val="116000"/>
              </a:lnSpc>
              <a:buNone/>
              <a:defRPr sz="2025" b="0">
                <a:solidFill>
                  <a:srgbClr val="292929"/>
                </a:solidFill>
                <a:latin typeface="KoPubDotum"/>
                <a:ea typeface="KoPubDotum"/>
                <a:cs typeface="KoPubDotum"/>
              </a:defRPr>
            </a:pPr>
            <a:r>
              <a:rPr sz="2025" b="0">
                <a:solidFill>
                  <a:srgbClr val="292929"/>
                </a:solidFill>
                <a:latin typeface="KoPubDotum"/>
                <a:ea typeface="KoPubDotum"/>
                <a:cs typeface="KoPubDotum"/>
              </a:rPr>
              <a:t>2. 로봇을 조립해 연결하고 직진·정지를 시험합니다.</a:t>
            </a:r>
          </a:p>
        </p:txBody>
      </p:sp>
      <p:sp>
        <p:nvSpPr>
          <p:cNvPr id="7" name="구성품 확인부터 첫 주행까지 50분">
            <a:extLst xmlns:a="http://schemas.openxmlformats.org/drawingml/2006/main">
              <a:ext uri="{FF2B5EF4-FFF2-40B4-BE49-F238E27FC236}">
                <a16:creationId xmlns:a16="http://schemas.microsoft.com/office/drawing/2014/main" id="{C460AEFA-3CE6-46B0-9DB7-75B33A2E0C03}"/>
              </a:ext>
            </a:extLst>
          </p:cNvPr>
          <p:cNvSpPr>
            <a:spLocks xmlns:a="http://schemas.openxmlformats.org/drawingml/2006/main" noGrp="1"/>
          </p:cNvSpPr>
          <p:nvPr/>
        </p:nvSpPr>
        <p:spPr>
          <a:xfrm xmlns:a="http://schemas.openxmlformats.org/drawingml/2006/main">
            <a:off x="3381375" y="5810250"/>
            <a:ext cx="63341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5A554E"/>
                </a:solidFill>
                <a:latin typeface="KoPubDotum"/>
                <a:ea typeface="KoPubDotum"/>
                <a:cs typeface="KoPubDotum"/>
              </a:defRPr>
            </a:defPPr>
          </a:lstStyle>
          <a:p xmlns:a="http://schemas.openxmlformats.org/drawingml/2006/main">
            <a:pPr algn="l">
              <a:lnSpc>
                <a:spcPct val="116000"/>
              </a:lnSpc>
              <a:buNone/>
              <a:defRPr sz="1650" b="0">
                <a:solidFill>
                  <a:srgbClr val="5A554E"/>
                </a:solidFill>
                <a:latin typeface="KoPubDotum"/>
                <a:ea typeface="KoPubDotum"/>
                <a:cs typeface="KoPubDotum"/>
              </a:defRPr>
            </a:pPr>
            <a:r>
              <a:rPr sz="1650" b="0">
                <a:solidFill>
                  <a:srgbClr val="5A554E"/>
                </a:solidFill>
                <a:latin typeface="KoPubDotum"/>
                <a:ea typeface="KoPubDotum"/>
                <a:cs typeface="KoPubDotum"/>
              </a:rPr>
              <a:t>구성품 확인부터 첫 주행까지 50분</a:t>
            </a:r>
          </a:p>
        </p:txBody>
      </p:sp>
    </p:spTree>
    <p:extLst>
      <p:ext uri="{BB962C8B-B14F-4D97-AF65-F5344CB8AC3E}">
        <p14:creationId xmlns:p14="http://schemas.microsoft.com/office/powerpoint/2010/main" val="831406440"/>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4" name="Hub와 모터, 센서">
            <a:extLst xmlns:a="http://schemas.openxmlformats.org/drawingml/2006/main">
              <a:ext uri="{FF2B5EF4-FFF2-40B4-BE49-F238E27FC236}">
                <a16:creationId xmlns:a16="http://schemas.microsoft.com/office/drawing/2014/main" id="{7FD89E4F-AD2D-4D77-A84F-0E9313C288FF}"/>
              </a:ext>
            </a:extLst>
          </p:cNvPr>
          <p:cNvSpPr>
            <a:spLocks xmlns:a="http://schemas.openxmlformats.org/drawingml/2006/main" noGrp="1"/>
          </p:cNvSpPr>
          <p:nvPr/>
        </p:nvSpPr>
        <p:spPr>
          <a:xfrm xmlns:a="http://schemas.openxmlformats.org/drawingml/2006/main">
            <a:off x="476250" y="1428750"/>
            <a:ext cx="9739313"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292929"/>
                </a:solidFill>
                <a:latin typeface="KoPubDotum"/>
                <a:ea typeface="KoPubDotum"/>
                <a:cs typeface="KoPubDotum"/>
              </a:defRPr>
            </a:defPPr>
          </a:lstStyle>
          <a:p xmlns:a="http://schemas.openxmlformats.org/drawingml/2006/main">
            <a:pPr algn="l">
              <a:lnSpc>
                <a:spcPct val="116000"/>
              </a:lnSpc>
              <a:buNone/>
              <a:defRPr sz="1950" b="0">
                <a:solidFill>
                  <a:srgbClr val="292929"/>
                </a:solidFill>
                <a:latin typeface="KoPubDotum"/>
                <a:ea typeface="KoPubDotum"/>
                <a:cs typeface="KoPubDotum"/>
              </a:defRPr>
            </a:pPr>
            <a:r>
              <a:rPr sz="1950" b="0">
                <a:solidFill>
                  <a:srgbClr val="292929"/>
                </a:solidFill>
                <a:latin typeface="KoPubDotum"/>
                <a:ea typeface="KoPubDotum"/>
                <a:cs typeface="KoPubDotum"/>
              </a:rPr>
              <a:t>Hub와 모터, 센서</a:t>
            </a:r>
          </a:p>
        </p:txBody>
      </p:sp>
      <p:sp>
        <p:nvSpPr>
          <p:cNvPr id="2" name="5">
            <a:extLst xmlns:a="http://schemas.openxmlformats.org/drawingml/2006/main">
              <a:ext uri="{FF2B5EF4-FFF2-40B4-BE49-F238E27FC236}">
                <a16:creationId xmlns:a16="http://schemas.microsoft.com/office/drawing/2014/main" id="{917B14ED-5FBE-4E3B-8F3A-123F5A5ECA67}"/>
              </a:ext>
            </a:extLst>
          </p:cNvPr>
          <p:cNvSpPr>
            <a:spLocks xmlns:a="http://schemas.openxmlformats.org/drawingml/2006/main" noGrp="1"/>
          </p:cNvSpPr>
          <p:nvPr/>
        </p:nvSpPr>
        <p:spPr>
          <a:xfrm xmlns:a="http://schemas.openxmlformats.org/drawingml/2006/main">
            <a:off x="5107782" y="7064375"/>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50" b="0">
                <a:solidFill>
                  <a:srgbClr val="5A554E"/>
                </a:solidFill>
                <a:latin typeface="KoPubDotum"/>
                <a:ea typeface="KoPubDotum"/>
                <a:cs typeface="KoPubDotum"/>
              </a:defRPr>
            </a:defPPr>
          </a:lstStyle>
          <a:p xmlns:a="http://schemas.openxmlformats.org/drawingml/2006/main">
            <a:pPr algn="ctr">
              <a:lnSpc>
                <a:spcPct val="116000"/>
              </a:lnSpc>
              <a:buNone/>
              <a:defRPr sz="1050" b="0">
                <a:solidFill>
                  <a:srgbClr val="5A554E"/>
                </a:solidFill>
                <a:latin typeface="KoPubDotum"/>
                <a:ea typeface="KoPubDotum"/>
                <a:cs typeface="KoPubDotum"/>
              </a:defRPr>
            </a:pPr>
            <a:r>
              <a:rPr sz="1050" b="0">
                <a:solidFill>
                  <a:srgbClr val="5A554E"/>
                </a:solidFill>
                <a:latin typeface="KoPubDotum"/>
                <a:ea typeface="KoPubDotum"/>
                <a:cs typeface="KoPubDotum"/>
              </a:rPr>
              <a:t>5</a:t>
            </a:r>
          </a:p>
        </p:txBody>
      </p:sp>
      <p:graphicFrame>
        <p:nvGraphicFramePr>
          <p:cNvPr id="3" name="">
            <a:extLst xmlns:a="http://schemas.openxmlformats.org/drawingml/2006/main">
              <a:ext uri="{FF2B5EF4-FFF2-40B4-BE49-F238E27FC236}">
                <a16:creationId xmlns:a16="http://schemas.microsoft.com/office/drawing/2014/main" id="{A65A78AC-9980-4B93-A542-8757733C18E0}"/>
              </a:ext>
            </a:extLst>
          </p:cNvPr>
          <p:cNvGraphicFramePr/>
          <p:nvPr/>
        </p:nvGraphicFramePr>
        <p:xfrm>
          <a:off xmlns:a="http://schemas.openxmlformats.org/drawingml/2006/main" x="476250" y="1981200"/>
          <a:ext xmlns:a="http://schemas.openxmlformats.org/drawingml/2006/main" cx="9739313" cy="3238500"/>
        </p:xfrm>
        <a:graphic xmlns:a="http://schemas.openxmlformats.org/drawingml/2006/main">
          <a:graphicData uri="http://schemas.openxmlformats.org/drawingml/2006/table">
            <a:tbl>
              <a:tblPr/>
              <a:tblGrid>
                <a:gridCol w="1947863"/>
                <a:gridCol w="3895725"/>
                <a:gridCol w="3895725"/>
              </a:tblGrid>
              <a:tr h="457200">
                <a:tc>
                  <a:txBody>
                    <a:bodyPr lIns="133350" tIns="114300" rIns="114300" bIns="76200">
                      <a:noAutofit/>
                    </a:bodyPr>
                    <a:lstStyle/>
                    <a:p>
                      <a:r>
                        <a:rPr sz="1725" b="1">
                          <a:solidFill>
                            <a:srgbClr val="FFFFFF"/>
                          </a:solidFill>
                          <a:latin typeface="KoPubDotum"/>
                          <a:ea typeface="KoPubDotum"/>
                          <a:cs typeface="KoPubDotum"/>
                        </a:rPr>
                        <a:t>구성</a:t>
                      </a:r>
                    </a:p>
                  </a:txBody>
                  <a:tcPr marL="91440" marR="91440" marT="45720" marB="45720" anchor="ctr">
                    <a:solidFill>
                      <a:srgbClr val="F7972B"/>
                    </a:solidFill>
                  </a:tcPr>
                </a:tc>
                <a:tc>
                  <a:txBody>
                    <a:bodyPr lIns="133350" tIns="114300" rIns="114300" bIns="76200">
                      <a:noAutofit/>
                    </a:bodyPr>
                    <a:lstStyle/>
                    <a:p>
                      <a:r>
                        <a:rPr sz="1725" b="1">
                          <a:solidFill>
                            <a:srgbClr val="FFFFFF"/>
                          </a:solidFill>
                          <a:latin typeface="KoPubDotum"/>
                          <a:ea typeface="KoPubDotum"/>
                          <a:cs typeface="KoPubDotum"/>
                        </a:rPr>
                        <a:t>역할</a:t>
                      </a:r>
                    </a:p>
                  </a:txBody>
                  <a:tcPr marL="91440" marR="91440" marT="45720" marB="45720" anchor="ctr">
                    <a:solidFill>
                      <a:srgbClr val="F7972B"/>
                    </a:solidFill>
                  </a:tcPr>
                </a:tc>
                <a:tc>
                  <a:txBody>
                    <a:bodyPr lIns="133350" tIns="114300" rIns="114300" bIns="76200">
                      <a:noAutofit/>
                    </a:bodyPr>
                    <a:lstStyle/>
                    <a:p>
                      <a:r>
                        <a:rPr sz="1725" b="1">
                          <a:solidFill>
                            <a:srgbClr val="FFFFFF"/>
                          </a:solidFill>
                          <a:latin typeface="KoPubDotum"/>
                          <a:ea typeface="KoPubDotum"/>
                          <a:cs typeface="KoPubDotum"/>
                        </a:rPr>
                        <a:t>확인</a:t>
                      </a:r>
                    </a:p>
                  </a:txBody>
                  <a:tcPr marL="91440" marR="91440" marT="45720" marB="45720" anchor="ctr">
                    <a:solidFill>
                      <a:srgbClr val="F7972B"/>
                    </a:solidFill>
                  </a:tcPr>
                </a:tc>
              </a:tr>
              <a:tr h="695325">
                <a:tc>
                  <a:txBody>
                    <a:bodyPr lIns="133350" tIns="114300" rIns="114300" bIns="76200">
                      <a:noAutofit/>
                    </a:bodyPr>
                    <a:lstStyle/>
                    <a:p>
                      <a:r>
                        <a:rPr sz="1725" b="0">
                          <a:solidFill>
                            <a:srgbClr val="292929"/>
                          </a:solidFill>
                          <a:latin typeface="KoPubDotum"/>
                          <a:ea typeface="KoPubDotum"/>
                          <a:cs typeface="KoPubDotum"/>
                        </a:rPr>
                        <a:t>Hub</a:t>
                      </a:r>
                    </a:p>
                  </a:txBody>
                  <a:tcPr marL="91440" marR="91440" marT="45720" marB="45720" anchor="ctr">
                    <a:solidFill>
                      <a:srgbClr val="FFF5E9"/>
                    </a:solidFill>
                  </a:tcPr>
                </a:tc>
                <a:tc>
                  <a:txBody>
                    <a:bodyPr lIns="133350" tIns="114300" rIns="114300" bIns="76200">
                      <a:noAutofit/>
                    </a:bodyPr>
                    <a:lstStyle/>
                    <a:p>
                      <a:r>
                        <a:rPr sz="1725" b="0">
                          <a:solidFill>
                            <a:srgbClr val="292929"/>
                          </a:solidFill>
                          <a:latin typeface="KoPubDotum"/>
                          <a:ea typeface="KoPubDotum"/>
                          <a:cs typeface="KoPubDotum"/>
                        </a:rPr>
                        <a:t>프로그램 실행, 전원, 포트 A~F</a:t>
                      </a:r>
                    </a:p>
                  </a:txBody>
                  <a:tcPr marL="91440" marR="91440" marT="45720" marB="45720" anchor="ctr">
                    <a:solidFill>
                      <a:srgbClr val="FFFFFF"/>
                    </a:solidFill>
                  </a:tcPr>
                </a:tc>
                <a:tc>
                  <a:txBody>
                    <a:bodyPr lIns="133350" tIns="114300" rIns="114300" bIns="76200">
                      <a:noAutofit/>
                    </a:bodyPr>
                    <a:lstStyle/>
                    <a:p>
                      <a:r>
                        <a:rPr sz="1725" b="0">
                          <a:solidFill>
                            <a:srgbClr val="292929"/>
                          </a:solidFill>
                          <a:latin typeface="KoPubDotum"/>
                          <a:ea typeface="KoPubDotum"/>
                          <a:cs typeface="KoPubDotum"/>
                        </a:rPr>
                        <a:t>5×5 표시부, 중앙 버튼, Bluetooth 버튼</a:t>
                      </a:r>
                    </a:p>
                  </a:txBody>
                  <a:tcPr marL="91440" marR="91440" marT="45720" marB="45720" anchor="ctr">
                    <a:solidFill>
                      <a:srgbClr val="FFFFFF"/>
                    </a:solidFill>
                  </a:tcPr>
                </a:tc>
              </a:tr>
              <a:tr h="695325">
                <a:tc>
                  <a:txBody>
                    <a:bodyPr lIns="133350" tIns="114300" rIns="114300" bIns="76200">
                      <a:noAutofit/>
                    </a:bodyPr>
                    <a:lstStyle/>
                    <a:p>
                      <a:r>
                        <a:rPr sz="1725" b="0">
                          <a:solidFill>
                            <a:srgbClr val="292929"/>
                          </a:solidFill>
                          <a:latin typeface="KoPubDotum"/>
                          <a:ea typeface="KoPubDotum"/>
                          <a:cs typeface="KoPubDotum"/>
                        </a:rPr>
                        <a:t>모터 2개</a:t>
                      </a:r>
                    </a:p>
                  </a:txBody>
                  <a:tcPr marL="91440" marR="91440" marT="45720" marB="45720" anchor="ctr">
                    <a:solidFill>
                      <a:srgbClr val="FFF5E9"/>
                    </a:solidFill>
                  </a:tcPr>
                </a:tc>
                <a:tc>
                  <a:txBody>
                    <a:bodyPr lIns="133350" tIns="114300" rIns="114300" bIns="76200">
                      <a:noAutofit/>
                    </a:bodyPr>
                    <a:lstStyle/>
                    <a:p>
                      <a:r>
                        <a:rPr sz="1725" b="0">
                          <a:solidFill>
                            <a:srgbClr val="292929"/>
                          </a:solidFill>
                          <a:latin typeface="KoPubDotum"/>
                          <a:ea typeface="KoPubDotum"/>
                          <a:cs typeface="KoPubDotum"/>
                        </a:rPr>
                        <a:t>바퀴를 돌리는 출력 장치</a:t>
                      </a:r>
                    </a:p>
                  </a:txBody>
                  <a:tcPr marL="91440" marR="91440" marT="45720" marB="45720" anchor="ctr">
                    <a:solidFill>
                      <a:srgbClr val="FFFFFF"/>
                    </a:solidFill>
                  </a:tcPr>
                </a:tc>
                <a:tc>
                  <a:txBody>
                    <a:bodyPr lIns="133350" tIns="114300" rIns="114300" bIns="76200">
                      <a:noAutofit/>
                    </a:bodyPr>
                    <a:lstStyle/>
                    <a:p>
                      <a:r>
                        <a:rPr sz="1725" b="0">
                          <a:solidFill>
                            <a:srgbClr val="292929"/>
                          </a:solidFill>
                          <a:latin typeface="KoPubDotum"/>
                          <a:ea typeface="KoPubDotum"/>
                          <a:cs typeface="KoPubDotum"/>
                        </a:rPr>
                        <a:t>축의 회전과 포트 확인</a:t>
                      </a:r>
                    </a:p>
                  </a:txBody>
                  <a:tcPr marL="91440" marR="91440" marT="45720" marB="45720" anchor="ctr">
                    <a:solidFill>
                      <a:srgbClr val="FFFFFF"/>
                    </a:solidFill>
                  </a:tcPr>
                </a:tc>
              </a:tr>
              <a:tr h="695325">
                <a:tc>
                  <a:txBody>
                    <a:bodyPr lIns="133350" tIns="114300" rIns="114300" bIns="76200">
                      <a:noAutofit/>
                    </a:bodyPr>
                    <a:lstStyle/>
                    <a:p>
                      <a:r>
                        <a:rPr sz="1725" b="0">
                          <a:solidFill>
                            <a:srgbClr val="292929"/>
                          </a:solidFill>
                          <a:latin typeface="KoPubDotum"/>
                          <a:ea typeface="KoPubDotum"/>
                          <a:cs typeface="KoPubDotum"/>
                        </a:rPr>
                        <a:t>힘·거리·컬러센서</a:t>
                      </a:r>
                    </a:p>
                  </a:txBody>
                  <a:tcPr marL="91440" marR="91440" marT="45720" marB="45720" anchor="ctr">
                    <a:solidFill>
                      <a:srgbClr val="FFF5E9"/>
                    </a:solidFill>
                  </a:tcPr>
                </a:tc>
                <a:tc>
                  <a:txBody>
                    <a:bodyPr lIns="133350" tIns="114300" rIns="114300" bIns="76200">
                      <a:noAutofit/>
                    </a:bodyPr>
                    <a:lstStyle/>
                    <a:p>
                      <a:r>
                        <a:rPr sz="1725" b="0">
                          <a:solidFill>
                            <a:srgbClr val="292929"/>
                          </a:solidFill>
                          <a:latin typeface="KoPubDotum"/>
                          <a:ea typeface="KoPubDotum"/>
                          <a:cs typeface="KoPubDotum"/>
                        </a:rPr>
                        <a:t>주변 상태를 읽는 입력 장치</a:t>
                      </a:r>
                    </a:p>
                  </a:txBody>
                  <a:tcPr marL="91440" marR="91440" marT="45720" marB="45720" anchor="ctr">
                    <a:solidFill>
                      <a:srgbClr val="FFFFFF"/>
                    </a:solidFill>
                  </a:tcPr>
                </a:tc>
                <a:tc>
                  <a:txBody>
                    <a:bodyPr lIns="133350" tIns="114300" rIns="114300" bIns="76200">
                      <a:noAutofit/>
                    </a:bodyPr>
                    <a:lstStyle/>
                    <a:p>
                      <a:r>
                        <a:rPr sz="1725" b="0">
                          <a:solidFill>
                            <a:srgbClr val="292929"/>
                          </a:solidFill>
                          <a:latin typeface="KoPubDotum"/>
                          <a:ea typeface="KoPubDotum"/>
                          <a:cs typeface="KoPubDotum"/>
                        </a:rPr>
                        <a:t>센서 종류와 케이블 확인</a:t>
                      </a:r>
                    </a:p>
                  </a:txBody>
                  <a:tcPr marL="91440" marR="91440" marT="45720" marB="45720" anchor="ctr">
                    <a:solidFill>
                      <a:srgbClr val="FFFFFF"/>
                    </a:solidFill>
                  </a:tcPr>
                </a:tc>
              </a:tr>
              <a:tr h="695325">
                <a:tc>
                  <a:txBody>
                    <a:bodyPr lIns="133350" tIns="114300" rIns="114300" bIns="76200">
                      <a:noAutofit/>
                    </a:bodyPr>
                    <a:lstStyle/>
                    <a:p>
                      <a:r>
                        <a:rPr sz="1725" b="0">
                          <a:solidFill>
                            <a:srgbClr val="292929"/>
                          </a:solidFill>
                          <a:latin typeface="KoPubDotum"/>
                          <a:ea typeface="KoPubDotum"/>
                          <a:cs typeface="KoPubDotum"/>
                        </a:rPr>
                        <a:t>Hub 모션센서</a:t>
                      </a:r>
                    </a:p>
                  </a:txBody>
                  <a:tcPr marL="91440" marR="91440" marT="45720" marB="45720" anchor="ctr">
                    <a:solidFill>
                      <a:srgbClr val="FFF5E9"/>
                    </a:solidFill>
                  </a:tcPr>
                </a:tc>
                <a:tc>
                  <a:txBody>
                    <a:bodyPr lIns="133350" tIns="114300" rIns="114300" bIns="76200">
                      <a:noAutofit/>
                    </a:bodyPr>
                    <a:lstStyle/>
                    <a:p>
                      <a:r>
                        <a:rPr sz="1725" b="0">
                          <a:solidFill>
                            <a:srgbClr val="292929"/>
                          </a:solidFill>
                          <a:latin typeface="KoPubDotum"/>
                          <a:ea typeface="KoPubDotum"/>
                          <a:cs typeface="KoPubDotum"/>
                        </a:rPr>
                        <a:t>방향·기울기 측정</a:t>
                      </a:r>
                    </a:p>
                  </a:txBody>
                  <a:tcPr marL="91440" marR="91440" marT="45720" marB="45720" anchor="ctr">
                    <a:solidFill>
                      <a:srgbClr val="FFFFFF"/>
                    </a:solidFill>
                  </a:tcPr>
                </a:tc>
                <a:tc>
                  <a:txBody>
                    <a:bodyPr lIns="133350" tIns="114300" rIns="114300" bIns="76200">
                      <a:noAutofit/>
                    </a:bodyPr>
                    <a:lstStyle/>
                    <a:p>
                      <a:r>
                        <a:rPr sz="1725" b="0">
                          <a:solidFill>
                            <a:srgbClr val="292929"/>
                          </a:solidFill>
                          <a:latin typeface="KoPubDotum"/>
                          <a:ea typeface="KoPubDotum"/>
                          <a:cs typeface="KoPubDotum"/>
                        </a:rPr>
                        <a:t>별도 케이블 없이 Hub 안에 있음</a:t>
                      </a:r>
                    </a:p>
                  </a:txBody>
                  <a:tcPr marL="91440" marR="91440" marT="45720" marB="45720" anchor="ctr">
                    <a:solidFill>
                      <a:srgbClr val="FFFFFF"/>
                    </a:solidFill>
                  </a:tcPr>
                </a:tc>
              </a:tr>
            </a:tbl>
          </a:graphicData>
        </a:graphic>
      </p:graphicFrame>
    </p:spTree>
    <p:extLst>
      <p:ext uri="{BB962C8B-B14F-4D97-AF65-F5344CB8AC3E}">
        <p14:creationId xmlns:p14="http://schemas.microsoft.com/office/powerpoint/2010/main" val="766722674"/>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4" name="실습에 사용할 포트">
            <a:extLst xmlns:a="http://schemas.openxmlformats.org/drawingml/2006/main">
              <a:ext uri="{FF2B5EF4-FFF2-40B4-BE49-F238E27FC236}">
                <a16:creationId xmlns:a16="http://schemas.microsoft.com/office/drawing/2014/main" id="{FF1E7525-F81F-49B0-A42C-1D50D389502E}"/>
              </a:ext>
            </a:extLst>
          </p:cNvPr>
          <p:cNvSpPr>
            <a:spLocks xmlns:a="http://schemas.openxmlformats.org/drawingml/2006/main" noGrp="1"/>
          </p:cNvSpPr>
          <p:nvPr/>
        </p:nvSpPr>
        <p:spPr>
          <a:xfrm xmlns:a="http://schemas.openxmlformats.org/drawingml/2006/main">
            <a:off x="476250" y="1428750"/>
            <a:ext cx="9739313"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292929"/>
                </a:solidFill>
                <a:latin typeface="KoPubDotum"/>
                <a:ea typeface="KoPubDotum"/>
                <a:cs typeface="KoPubDotum"/>
              </a:defRPr>
            </a:defPPr>
          </a:lstStyle>
          <a:p xmlns:a="http://schemas.openxmlformats.org/drawingml/2006/main">
            <a:pPr algn="l">
              <a:lnSpc>
                <a:spcPct val="116000"/>
              </a:lnSpc>
              <a:buNone/>
              <a:defRPr sz="1950" b="0">
                <a:solidFill>
                  <a:srgbClr val="292929"/>
                </a:solidFill>
                <a:latin typeface="KoPubDotum"/>
                <a:ea typeface="KoPubDotum"/>
                <a:cs typeface="KoPubDotum"/>
              </a:defRPr>
            </a:pPr>
            <a:r>
              <a:rPr sz="1950" b="0">
                <a:solidFill>
                  <a:srgbClr val="292929"/>
                </a:solidFill>
                <a:latin typeface="KoPubDotum"/>
                <a:ea typeface="KoPubDotum"/>
                <a:cs typeface="KoPubDotum"/>
              </a:rPr>
              <a:t>실습에 사용할 포트</a:t>
            </a:r>
          </a:p>
        </p:txBody>
      </p:sp>
      <p:sp>
        <p:nvSpPr>
          <p:cNvPr id="2" name="6">
            <a:extLst xmlns:a="http://schemas.openxmlformats.org/drawingml/2006/main">
              <a:ext uri="{FF2B5EF4-FFF2-40B4-BE49-F238E27FC236}">
                <a16:creationId xmlns:a16="http://schemas.microsoft.com/office/drawing/2014/main" id="{C24E91AB-ECD7-4675-A33F-3DAD492F0C0D}"/>
              </a:ext>
            </a:extLst>
          </p:cNvPr>
          <p:cNvSpPr>
            <a:spLocks xmlns:a="http://schemas.openxmlformats.org/drawingml/2006/main" noGrp="1"/>
          </p:cNvSpPr>
          <p:nvPr/>
        </p:nvSpPr>
        <p:spPr>
          <a:xfrm xmlns:a="http://schemas.openxmlformats.org/drawingml/2006/main">
            <a:off x="5107782" y="7064375"/>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50" b="0">
                <a:solidFill>
                  <a:srgbClr val="5A554E"/>
                </a:solidFill>
                <a:latin typeface="KoPubDotum"/>
                <a:ea typeface="KoPubDotum"/>
                <a:cs typeface="KoPubDotum"/>
              </a:defRPr>
            </a:defPPr>
          </a:lstStyle>
          <a:p xmlns:a="http://schemas.openxmlformats.org/drawingml/2006/main">
            <a:pPr algn="ctr">
              <a:lnSpc>
                <a:spcPct val="116000"/>
              </a:lnSpc>
              <a:buNone/>
              <a:defRPr sz="1050" b="0">
                <a:solidFill>
                  <a:srgbClr val="5A554E"/>
                </a:solidFill>
                <a:latin typeface="KoPubDotum"/>
                <a:ea typeface="KoPubDotum"/>
                <a:cs typeface="KoPubDotum"/>
              </a:defRPr>
            </a:pPr>
            <a:r>
              <a:rPr sz="1050" b="0">
                <a:solidFill>
                  <a:srgbClr val="5A554E"/>
                </a:solidFill>
                <a:latin typeface="KoPubDotum"/>
                <a:ea typeface="KoPubDotum"/>
                <a:cs typeface="KoPubDotum"/>
              </a:rPr>
              <a:t>6</a:t>
            </a:r>
          </a:p>
        </p:txBody>
      </p:sp>
      <p:graphicFrame>
        <p:nvGraphicFramePr>
          <p:cNvPr id="3" name="">
            <a:extLst xmlns:a="http://schemas.openxmlformats.org/drawingml/2006/main">
              <a:ext uri="{FF2B5EF4-FFF2-40B4-BE49-F238E27FC236}">
                <a16:creationId xmlns:a16="http://schemas.microsoft.com/office/drawing/2014/main" id="{52B32E32-6580-4526-99C7-75D3B77CC7BD}"/>
              </a:ext>
            </a:extLst>
          </p:cNvPr>
          <p:cNvGraphicFramePr/>
          <p:nvPr/>
        </p:nvGraphicFramePr>
        <p:xfrm>
          <a:off xmlns:a="http://schemas.openxmlformats.org/drawingml/2006/main" x="476250" y="1981200"/>
          <a:ext xmlns:a="http://schemas.openxmlformats.org/drawingml/2006/main" cx="9739313" cy="4476750"/>
        </p:xfrm>
        <a:graphic xmlns:a="http://schemas.openxmlformats.org/drawingml/2006/main">
          <a:graphicData uri="http://schemas.openxmlformats.org/drawingml/2006/table">
            <a:tbl>
              <a:tblPr/>
              <a:tblGrid>
                <a:gridCol w="2434828"/>
                <a:gridCol w="7304485"/>
              </a:tblGrid>
              <a:tr h="457200">
                <a:tc>
                  <a:txBody>
                    <a:bodyPr lIns="133350" tIns="114300" rIns="114300" bIns="76200">
                      <a:noAutofit/>
                    </a:bodyPr>
                    <a:lstStyle/>
                    <a:p>
                      <a:r>
                        <a:rPr sz="1725" b="1">
                          <a:solidFill>
                            <a:srgbClr val="FFFFFF"/>
                          </a:solidFill>
                          <a:latin typeface="KoPubDotum"/>
                          <a:ea typeface="KoPubDotum"/>
                          <a:cs typeface="KoPubDotum"/>
                        </a:rPr>
                        <a:t>포트</a:t>
                      </a:r>
                    </a:p>
                  </a:txBody>
                  <a:tcPr marL="91440" marR="91440" marT="45720" marB="45720" anchor="ctr">
                    <a:solidFill>
                      <a:srgbClr val="F7972B"/>
                    </a:solidFill>
                  </a:tcPr>
                </a:tc>
                <a:tc>
                  <a:txBody>
                    <a:bodyPr lIns="133350" tIns="114300" rIns="114300" bIns="76200">
                      <a:noAutofit/>
                    </a:bodyPr>
                    <a:lstStyle/>
                    <a:p>
                      <a:r>
                        <a:rPr sz="1725" b="1">
                          <a:solidFill>
                            <a:srgbClr val="FFFFFF"/>
                          </a:solidFill>
                          <a:latin typeface="KoPubDotum"/>
                          <a:ea typeface="KoPubDotum"/>
                          <a:cs typeface="KoPubDotum"/>
                        </a:rPr>
                        <a:t>연결 대상</a:t>
                      </a:r>
                    </a:p>
                  </a:txBody>
                  <a:tcPr marL="91440" marR="91440" marT="45720" marB="45720" anchor="ctr">
                    <a:solidFill>
                      <a:srgbClr val="F7972B"/>
                    </a:solidFill>
                  </a:tcPr>
                </a:tc>
              </a:tr>
              <a:tr h="669925">
                <a:tc>
                  <a:txBody>
                    <a:bodyPr lIns="133350" tIns="114300" rIns="114300" bIns="76200">
                      <a:noAutofit/>
                    </a:bodyPr>
                    <a:lstStyle/>
                    <a:p>
                      <a:r>
                        <a:rPr sz="1725" b="0">
                          <a:solidFill>
                            <a:srgbClr val="292929"/>
                          </a:solidFill>
                          <a:latin typeface="KoPubDotum"/>
                          <a:ea typeface="KoPubDotum"/>
                          <a:cs typeface="KoPubDotum"/>
                        </a:rPr>
                        <a:t>A</a:t>
                      </a:r>
                    </a:p>
                  </a:txBody>
                  <a:tcPr marL="91440" marR="91440" marT="45720" marB="45720" anchor="ctr">
                    <a:solidFill>
                      <a:srgbClr val="FFF5E9"/>
                    </a:solidFill>
                  </a:tcPr>
                </a:tc>
                <a:tc>
                  <a:txBody>
                    <a:bodyPr lIns="133350" tIns="114300" rIns="114300" bIns="76200">
                      <a:noAutofit/>
                    </a:bodyPr>
                    <a:lstStyle/>
                    <a:p>
                      <a:r>
                        <a:rPr sz="1725" b="0">
                          <a:solidFill>
                            <a:srgbClr val="292929"/>
                          </a:solidFill>
                          <a:latin typeface="KoPubDotum"/>
                          <a:ea typeface="KoPubDotum"/>
                          <a:cs typeface="KoPubDotum"/>
                        </a:rPr>
                        <a:t>왼쪽 주행 모터</a:t>
                      </a:r>
                    </a:p>
                  </a:txBody>
                  <a:tcPr marL="91440" marR="91440" marT="45720" marB="45720" anchor="ctr">
                    <a:solidFill>
                      <a:srgbClr val="FFFFFF"/>
                    </a:solidFill>
                  </a:tcPr>
                </a:tc>
              </a:tr>
              <a:tr h="669925">
                <a:tc>
                  <a:txBody>
                    <a:bodyPr lIns="133350" tIns="114300" rIns="114300" bIns="76200">
                      <a:noAutofit/>
                    </a:bodyPr>
                    <a:lstStyle/>
                    <a:p>
                      <a:r>
                        <a:rPr sz="1725" b="0">
                          <a:solidFill>
                            <a:srgbClr val="292929"/>
                          </a:solidFill>
                          <a:latin typeface="KoPubDotum"/>
                          <a:ea typeface="KoPubDotum"/>
                          <a:cs typeface="KoPubDotum"/>
                        </a:rPr>
                        <a:t>E</a:t>
                      </a:r>
                    </a:p>
                  </a:txBody>
                  <a:tcPr marL="91440" marR="91440" marT="45720" marB="45720" anchor="ctr">
                    <a:solidFill>
                      <a:srgbClr val="FFF5E9"/>
                    </a:solidFill>
                  </a:tcPr>
                </a:tc>
                <a:tc>
                  <a:txBody>
                    <a:bodyPr lIns="133350" tIns="114300" rIns="114300" bIns="76200">
                      <a:noAutofit/>
                    </a:bodyPr>
                    <a:lstStyle/>
                    <a:p>
                      <a:r>
                        <a:rPr sz="1725" b="0">
                          <a:solidFill>
                            <a:srgbClr val="292929"/>
                          </a:solidFill>
                          <a:latin typeface="KoPubDotum"/>
                          <a:ea typeface="KoPubDotum"/>
                          <a:cs typeface="KoPubDotum"/>
                        </a:rPr>
                        <a:t>오른쪽 주행 모터</a:t>
                      </a:r>
                    </a:p>
                  </a:txBody>
                  <a:tcPr marL="91440" marR="91440" marT="45720" marB="45720" anchor="ctr">
                    <a:solidFill>
                      <a:srgbClr val="FFFFFF"/>
                    </a:solidFill>
                  </a:tcPr>
                </a:tc>
              </a:tr>
              <a:tr h="669925">
                <a:tc>
                  <a:txBody>
                    <a:bodyPr lIns="133350" tIns="114300" rIns="114300" bIns="76200">
                      <a:noAutofit/>
                    </a:bodyPr>
                    <a:lstStyle/>
                    <a:p>
                      <a:r>
                        <a:rPr sz="1725" b="0">
                          <a:solidFill>
                            <a:srgbClr val="292929"/>
                          </a:solidFill>
                          <a:latin typeface="KoPubDotum"/>
                          <a:ea typeface="KoPubDotum"/>
                          <a:cs typeface="KoPubDotum"/>
                        </a:rPr>
                        <a:t>B</a:t>
                      </a:r>
                    </a:p>
                  </a:txBody>
                  <a:tcPr marL="91440" marR="91440" marT="45720" marB="45720" anchor="ctr">
                    <a:solidFill>
                      <a:srgbClr val="FFF5E9"/>
                    </a:solidFill>
                  </a:tcPr>
                </a:tc>
                <a:tc>
                  <a:txBody>
                    <a:bodyPr lIns="133350" tIns="114300" rIns="114300" bIns="76200">
                      <a:noAutofit/>
                    </a:bodyPr>
                    <a:lstStyle/>
                    <a:p>
                      <a:r>
                        <a:rPr sz="1725" b="0">
                          <a:solidFill>
                            <a:srgbClr val="292929"/>
                          </a:solidFill>
                          <a:latin typeface="KoPubDotum"/>
                          <a:ea typeface="KoPubDotum"/>
                          <a:cs typeface="KoPubDotum"/>
                        </a:rPr>
                        <a:t>거리센서</a:t>
                      </a:r>
                    </a:p>
                  </a:txBody>
                  <a:tcPr marL="91440" marR="91440" marT="45720" marB="45720" anchor="ctr">
                    <a:solidFill>
                      <a:srgbClr val="FFFFFF"/>
                    </a:solidFill>
                  </a:tcPr>
                </a:tc>
              </a:tr>
              <a:tr h="669925">
                <a:tc>
                  <a:txBody>
                    <a:bodyPr lIns="133350" tIns="114300" rIns="114300" bIns="76200">
                      <a:noAutofit/>
                    </a:bodyPr>
                    <a:lstStyle/>
                    <a:p>
                      <a:r>
                        <a:rPr sz="1725" b="0">
                          <a:solidFill>
                            <a:srgbClr val="292929"/>
                          </a:solidFill>
                          <a:latin typeface="KoPubDotum"/>
                          <a:ea typeface="KoPubDotum"/>
                          <a:cs typeface="KoPubDotum"/>
                        </a:rPr>
                        <a:t>C</a:t>
                      </a:r>
                    </a:p>
                  </a:txBody>
                  <a:tcPr marL="91440" marR="91440" marT="45720" marB="45720" anchor="ctr">
                    <a:solidFill>
                      <a:srgbClr val="FFF5E9"/>
                    </a:solidFill>
                  </a:tcPr>
                </a:tc>
                <a:tc>
                  <a:txBody>
                    <a:bodyPr lIns="133350" tIns="114300" rIns="114300" bIns="76200">
                      <a:noAutofit/>
                    </a:bodyPr>
                    <a:lstStyle/>
                    <a:p>
                      <a:r>
                        <a:rPr sz="1725" b="0">
                          <a:solidFill>
                            <a:srgbClr val="292929"/>
                          </a:solidFill>
                          <a:latin typeface="KoPubDotum"/>
                          <a:ea typeface="KoPubDotum"/>
                          <a:cs typeface="KoPubDotum"/>
                        </a:rPr>
                        <a:t>힘센서</a:t>
                      </a:r>
                    </a:p>
                  </a:txBody>
                  <a:tcPr marL="91440" marR="91440" marT="45720" marB="45720" anchor="ctr">
                    <a:solidFill>
                      <a:srgbClr val="FFFFFF"/>
                    </a:solidFill>
                  </a:tcPr>
                </a:tc>
              </a:tr>
              <a:tr h="669925">
                <a:tc>
                  <a:txBody>
                    <a:bodyPr lIns="133350" tIns="114300" rIns="114300" bIns="76200">
                      <a:noAutofit/>
                    </a:bodyPr>
                    <a:lstStyle/>
                    <a:p>
                      <a:r>
                        <a:rPr sz="1725" b="0">
                          <a:solidFill>
                            <a:srgbClr val="292929"/>
                          </a:solidFill>
                          <a:latin typeface="KoPubDotum"/>
                          <a:ea typeface="KoPubDotum"/>
                          <a:cs typeface="KoPubDotum"/>
                        </a:rPr>
                        <a:t>D</a:t>
                      </a:r>
                    </a:p>
                  </a:txBody>
                  <a:tcPr marL="91440" marR="91440" marT="45720" marB="45720" anchor="ctr">
                    <a:solidFill>
                      <a:srgbClr val="FFF5E9"/>
                    </a:solidFill>
                  </a:tcPr>
                </a:tc>
                <a:tc>
                  <a:txBody>
                    <a:bodyPr lIns="133350" tIns="114300" rIns="114300" bIns="76200">
                      <a:noAutofit/>
                    </a:bodyPr>
                    <a:lstStyle/>
                    <a:p>
                      <a:r>
                        <a:rPr sz="1725" b="0">
                          <a:solidFill>
                            <a:srgbClr val="292929"/>
                          </a:solidFill>
                          <a:latin typeface="KoPubDotum"/>
                          <a:ea typeface="KoPubDotum"/>
                          <a:cs typeface="KoPubDotum"/>
                        </a:rPr>
                        <a:t>컬러센서</a:t>
                      </a:r>
                    </a:p>
                  </a:txBody>
                  <a:tcPr marL="91440" marR="91440" marT="45720" marB="45720" anchor="ctr">
                    <a:solidFill>
                      <a:srgbClr val="FFFFFF"/>
                    </a:solidFill>
                  </a:tcPr>
                </a:tc>
              </a:tr>
              <a:tr h="669925">
                <a:tc>
                  <a:txBody>
                    <a:bodyPr lIns="133350" tIns="114300" rIns="114300" bIns="76200">
                      <a:noAutofit/>
                    </a:bodyPr>
                    <a:lstStyle/>
                    <a:p>
                      <a:r>
                        <a:rPr sz="1725" b="0">
                          <a:solidFill>
                            <a:srgbClr val="292929"/>
                          </a:solidFill>
                          <a:latin typeface="KoPubDotum"/>
                          <a:ea typeface="KoPubDotum"/>
                          <a:cs typeface="KoPubDotum"/>
                        </a:rPr>
                        <a:t>F</a:t>
                      </a:r>
                    </a:p>
                  </a:txBody>
                  <a:tcPr marL="91440" marR="91440" marT="45720" marB="45720" anchor="ctr">
                    <a:solidFill>
                      <a:srgbClr val="FFF5E9"/>
                    </a:solidFill>
                  </a:tcPr>
                </a:tc>
                <a:tc>
                  <a:txBody>
                    <a:bodyPr lIns="133350" tIns="114300" rIns="114300" bIns="76200">
                      <a:noAutofit/>
                    </a:bodyPr>
                    <a:lstStyle/>
                    <a:p>
                      <a:r>
                        <a:rPr sz="1725" b="0">
                          <a:solidFill>
                            <a:srgbClr val="292929"/>
                          </a:solidFill>
                          <a:latin typeface="KoPubDotum"/>
                          <a:ea typeface="KoPubDotum"/>
                          <a:cs typeface="KoPubDotum"/>
                        </a:rPr>
                        <a:t>예비 포트 / Hub 자이로는 포트 불필요</a:t>
                      </a:r>
                    </a:p>
                  </a:txBody>
                  <a:tcPr marL="91440" marR="91440" marT="45720" marB="45720" anchor="ctr">
                    <a:solidFill>
                      <a:srgbClr val="FFFFFF"/>
                    </a:solidFill>
                  </a:tcPr>
                </a:tc>
              </a:tr>
            </a:tbl>
          </a:graphicData>
        </a:graphic>
      </p:graphicFrame>
    </p:spTree>
    <p:extLst>
      <p:ext uri="{BB962C8B-B14F-4D97-AF65-F5344CB8AC3E}">
        <p14:creationId xmlns:p14="http://schemas.microsoft.com/office/powerpoint/2010/main" val="1432048530"/>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4" name="거리 20cm와 정지 조건">
            <a:extLst xmlns:a="http://schemas.openxmlformats.org/drawingml/2006/main">
              <a:ext uri="{FF2B5EF4-FFF2-40B4-BE49-F238E27FC236}">
                <a16:creationId xmlns:a16="http://schemas.microsoft.com/office/drawing/2014/main" id="{053C2405-64EC-4054-8574-E9064FE1D2BE}"/>
              </a:ext>
            </a:extLst>
          </p:cNvPr>
          <p:cNvSpPr>
            <a:spLocks xmlns:a="http://schemas.openxmlformats.org/drawingml/2006/main" noGrp="1"/>
          </p:cNvSpPr>
          <p:nvPr/>
        </p:nvSpPr>
        <p:spPr>
          <a:xfrm xmlns:a="http://schemas.openxmlformats.org/drawingml/2006/main">
            <a:off x="476250" y="1428750"/>
            <a:ext cx="9739313"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292929"/>
                </a:solidFill>
                <a:latin typeface="KoPubDotum"/>
                <a:ea typeface="KoPubDotum"/>
                <a:cs typeface="KoPubDotum"/>
              </a:defRPr>
            </a:defPPr>
          </a:lstStyle>
          <a:p xmlns:a="http://schemas.openxmlformats.org/drawingml/2006/main">
            <a:pPr algn="l">
              <a:lnSpc>
                <a:spcPct val="116000"/>
              </a:lnSpc>
              <a:buNone/>
              <a:defRPr sz="1950" b="0">
                <a:solidFill>
                  <a:srgbClr val="292929"/>
                </a:solidFill>
                <a:latin typeface="KoPubDotum"/>
                <a:ea typeface="KoPubDotum"/>
                <a:cs typeface="KoPubDotum"/>
              </a:defRPr>
            </a:pPr>
            <a:r>
              <a:rPr sz="1950" b="0">
                <a:solidFill>
                  <a:srgbClr val="292929"/>
                </a:solidFill>
                <a:latin typeface="KoPubDotum"/>
                <a:ea typeface="KoPubDotum"/>
                <a:cs typeface="KoPubDotum"/>
              </a:rPr>
              <a:t>거리 20cm와 정지 조건</a:t>
            </a:r>
          </a:p>
        </p:txBody>
      </p:sp>
      <p:sp>
        <p:nvSpPr>
          <p:cNvPr id="2" name="7">
            <a:extLst xmlns:a="http://schemas.openxmlformats.org/drawingml/2006/main">
              <a:ext uri="{FF2B5EF4-FFF2-40B4-BE49-F238E27FC236}">
                <a16:creationId xmlns:a16="http://schemas.microsoft.com/office/drawing/2014/main" id="{2395A9AB-834F-45B3-A8FD-2087D40DAD4C}"/>
              </a:ext>
            </a:extLst>
          </p:cNvPr>
          <p:cNvSpPr>
            <a:spLocks xmlns:a="http://schemas.openxmlformats.org/drawingml/2006/main" noGrp="1"/>
          </p:cNvSpPr>
          <p:nvPr/>
        </p:nvSpPr>
        <p:spPr>
          <a:xfrm xmlns:a="http://schemas.openxmlformats.org/drawingml/2006/main">
            <a:off x="5107782" y="7064375"/>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50" b="0">
                <a:solidFill>
                  <a:srgbClr val="5A554E"/>
                </a:solidFill>
                <a:latin typeface="KoPubDotum"/>
                <a:ea typeface="KoPubDotum"/>
                <a:cs typeface="KoPubDotum"/>
              </a:defRPr>
            </a:defPPr>
          </a:lstStyle>
          <a:p xmlns:a="http://schemas.openxmlformats.org/drawingml/2006/main">
            <a:pPr algn="ctr">
              <a:lnSpc>
                <a:spcPct val="116000"/>
              </a:lnSpc>
              <a:buNone/>
              <a:defRPr sz="1050" b="0">
                <a:solidFill>
                  <a:srgbClr val="5A554E"/>
                </a:solidFill>
                <a:latin typeface="KoPubDotum"/>
                <a:ea typeface="KoPubDotum"/>
                <a:cs typeface="KoPubDotum"/>
              </a:defRPr>
            </a:pPr>
            <a:r>
              <a:rPr sz="1050" b="0">
                <a:solidFill>
                  <a:srgbClr val="5A554E"/>
                </a:solidFill>
                <a:latin typeface="KoPubDotum"/>
                <a:ea typeface="KoPubDotum"/>
                <a:cs typeface="KoPubDotum"/>
              </a:rPr>
              <a:t>7</a:t>
            </a:r>
          </a:p>
        </p:txBody>
      </p:sp>
      <p:graphicFrame>
        <p:nvGraphicFramePr>
          <p:cNvPr id="3" name="">
            <a:extLst xmlns:a="http://schemas.openxmlformats.org/drawingml/2006/main">
              <a:ext uri="{FF2B5EF4-FFF2-40B4-BE49-F238E27FC236}">
                <a16:creationId xmlns:a16="http://schemas.microsoft.com/office/drawing/2014/main" id="{4F2EC062-4D20-4ABB-885E-E2B09F5348AD}"/>
              </a:ext>
            </a:extLst>
          </p:cNvPr>
          <p:cNvGraphicFramePr/>
          <p:nvPr/>
        </p:nvGraphicFramePr>
        <p:xfrm>
          <a:off xmlns:a="http://schemas.openxmlformats.org/drawingml/2006/main" x="476250" y="1981200"/>
          <a:ext xmlns:a="http://schemas.openxmlformats.org/drawingml/2006/main" cx="9739313" cy="1943100"/>
        </p:xfrm>
        <a:graphic xmlns:a="http://schemas.openxmlformats.org/drawingml/2006/main">
          <a:graphicData uri="http://schemas.openxmlformats.org/drawingml/2006/table">
            <a:tbl>
              <a:tblPr/>
              <a:tblGrid>
                <a:gridCol w="1947863"/>
                <a:gridCol w="3895725"/>
                <a:gridCol w="3895725"/>
              </a:tblGrid>
              <a:tr h="457200">
                <a:tc>
                  <a:txBody>
                    <a:bodyPr lIns="133350" tIns="114300" rIns="114300" bIns="76200">
                      <a:noAutofit/>
                    </a:bodyPr>
                    <a:lstStyle/>
                    <a:p>
                      <a:r>
                        <a:rPr sz="1725" b="1">
                          <a:solidFill>
                            <a:srgbClr val="FFFFFF"/>
                          </a:solidFill>
                          <a:latin typeface="KoPubDotum"/>
                          <a:ea typeface="KoPubDotum"/>
                          <a:cs typeface="KoPubDotum"/>
                        </a:rPr>
                        <a:t>거리센서 B</a:t>
                      </a:r>
                    </a:p>
                  </a:txBody>
                  <a:tcPr marL="91440" marR="91440" marT="45720" marB="45720" anchor="ctr">
                    <a:solidFill>
                      <a:srgbClr val="F7972B"/>
                    </a:solidFill>
                  </a:tcPr>
                </a:tc>
                <a:tc>
                  <a:txBody>
                    <a:bodyPr lIns="133350" tIns="114300" rIns="114300" bIns="76200">
                      <a:noAutofit/>
                    </a:bodyPr>
                    <a:lstStyle/>
                    <a:p>
                      <a:r>
                        <a:rPr sz="1725" b="1">
                          <a:solidFill>
                            <a:srgbClr val="FFFFFF"/>
                          </a:solidFill>
                          <a:latin typeface="KoPubDotum"/>
                          <a:ea typeface="KoPubDotum"/>
                          <a:cs typeface="KoPubDotum"/>
                        </a:rPr>
                        <a:t>20cm 미만인가?</a:t>
                      </a:r>
                    </a:p>
                  </a:txBody>
                  <a:tcPr marL="91440" marR="91440" marT="45720" marB="45720" anchor="ctr">
                    <a:solidFill>
                      <a:srgbClr val="F7972B"/>
                    </a:solidFill>
                  </a:tcPr>
                </a:tc>
                <a:tc>
                  <a:txBody>
                    <a:bodyPr lIns="133350" tIns="114300" rIns="114300" bIns="76200">
                      <a:noAutofit/>
                    </a:bodyPr>
                    <a:lstStyle/>
                    <a:p>
                      <a:r>
                        <a:rPr sz="1725" b="1">
                          <a:solidFill>
                            <a:srgbClr val="FFFFFF"/>
                          </a:solidFill>
                          <a:latin typeface="KoPubDotum"/>
                          <a:ea typeface="KoPubDotum"/>
                          <a:cs typeface="KoPubDotum"/>
                        </a:rPr>
                        <a:t>로봇 동작</a:t>
                      </a:r>
                    </a:p>
                  </a:txBody>
                  <a:tcPr marL="91440" marR="91440" marT="45720" marB="45720" anchor="ctr">
                    <a:solidFill>
                      <a:srgbClr val="F7972B"/>
                    </a:solidFill>
                  </a:tcPr>
                </a:tc>
              </a:tr>
              <a:tr h="742950">
                <a:tc>
                  <a:txBody>
                    <a:bodyPr lIns="133350" tIns="114300" rIns="114300" bIns="76200">
                      <a:noAutofit/>
                    </a:bodyPr>
                    <a:lstStyle/>
                    <a:p>
                      <a:r>
                        <a:rPr sz="1725" b="0">
                          <a:solidFill>
                            <a:srgbClr val="292929"/>
                          </a:solidFill>
                          <a:latin typeface="KoPubDotum"/>
                          <a:ea typeface="KoPubDotum"/>
                          <a:cs typeface="KoPubDotum"/>
                        </a:rPr>
                        <a:t>17cm</a:t>
                      </a:r>
                    </a:p>
                  </a:txBody>
                  <a:tcPr marL="91440" marR="91440" marT="45720" marB="45720" anchor="ctr">
                    <a:solidFill>
                      <a:srgbClr val="FFF5E9"/>
                    </a:solidFill>
                  </a:tcPr>
                </a:tc>
                <a:tc>
                  <a:txBody>
                    <a:bodyPr lIns="133350" tIns="114300" rIns="114300" bIns="76200">
                      <a:noAutofit/>
                    </a:bodyPr>
                    <a:lstStyle/>
                    <a:p>
                      <a:r>
                        <a:rPr sz="1725" b="0">
                          <a:solidFill>
                            <a:srgbClr val="292929"/>
                          </a:solidFill>
                          <a:latin typeface="KoPubDotum"/>
                          <a:ea typeface="KoPubDotum"/>
                          <a:cs typeface="KoPubDotum"/>
                        </a:rPr>
                        <a:t>참</a:t>
                      </a:r>
                    </a:p>
                  </a:txBody>
                  <a:tcPr marL="91440" marR="91440" marT="45720" marB="45720" anchor="ctr">
                    <a:solidFill>
                      <a:srgbClr val="FFFFFF"/>
                    </a:solidFill>
                  </a:tcPr>
                </a:tc>
                <a:tc>
                  <a:txBody>
                    <a:bodyPr lIns="133350" tIns="114300" rIns="114300" bIns="76200">
                      <a:noAutofit/>
                    </a:bodyPr>
                    <a:lstStyle/>
                    <a:p>
                      <a:r>
                        <a:rPr sz="1725" b="0">
                          <a:solidFill>
                            <a:srgbClr val="292929"/>
                          </a:solidFill>
                          <a:latin typeface="KoPubDotum"/>
                          <a:ea typeface="KoPubDotum"/>
                          <a:cs typeface="KoPubDotum"/>
                        </a:rPr>
                        <a:t>정지</a:t>
                      </a:r>
                    </a:p>
                  </a:txBody>
                  <a:tcPr marL="91440" marR="91440" marT="45720" marB="45720" anchor="ctr">
                    <a:solidFill>
                      <a:srgbClr val="FFFFFF"/>
                    </a:solidFill>
                  </a:tcPr>
                </a:tc>
              </a:tr>
              <a:tr h="742950">
                <a:tc>
                  <a:txBody>
                    <a:bodyPr lIns="133350" tIns="114300" rIns="114300" bIns="76200">
                      <a:noAutofit/>
                    </a:bodyPr>
                    <a:lstStyle/>
                    <a:p>
                      <a:r>
                        <a:rPr sz="1725" b="0">
                          <a:solidFill>
                            <a:srgbClr val="292929"/>
                          </a:solidFill>
                          <a:latin typeface="KoPubDotum"/>
                          <a:ea typeface="KoPubDotum"/>
                          <a:cs typeface="KoPubDotum"/>
                        </a:rPr>
                        <a:t>23cm</a:t>
                      </a:r>
                    </a:p>
                  </a:txBody>
                  <a:tcPr marL="91440" marR="91440" marT="45720" marB="45720" anchor="ctr">
                    <a:solidFill>
                      <a:srgbClr val="FFF5E9"/>
                    </a:solidFill>
                  </a:tcPr>
                </a:tc>
                <a:tc>
                  <a:txBody>
                    <a:bodyPr lIns="133350" tIns="114300" rIns="114300" bIns="76200">
                      <a:noAutofit/>
                    </a:bodyPr>
                    <a:lstStyle/>
                    <a:p>
                      <a:r>
                        <a:rPr sz="1725" b="0">
                          <a:solidFill>
                            <a:srgbClr val="292929"/>
                          </a:solidFill>
                          <a:latin typeface="KoPubDotum"/>
                          <a:ea typeface="KoPubDotum"/>
                          <a:cs typeface="KoPubDotum"/>
                        </a:rPr>
                        <a:t>직접 판단</a:t>
                      </a:r>
                    </a:p>
                  </a:txBody>
                  <a:tcPr marL="91440" marR="91440" marT="45720" marB="45720" anchor="ctr">
                    <a:solidFill>
                      <a:srgbClr val="FFFFFF"/>
                    </a:solidFill>
                  </a:tcPr>
                </a:tc>
                <a:tc>
                  <a:txBody>
                    <a:bodyPr lIns="133350" tIns="114300" rIns="114300" bIns="76200">
                      <a:noAutofit/>
                    </a:bodyPr>
                    <a:lstStyle/>
                    <a:p>
                      <a:r>
                        <a:rPr sz="1725" b="0">
                          <a:solidFill>
                            <a:srgbClr val="292929"/>
                          </a:solidFill>
                          <a:latin typeface="KoPubDotum"/>
                          <a:ea typeface="KoPubDotum"/>
                          <a:cs typeface="KoPubDotum"/>
                        </a:rPr>
                        <a:t>직접 예상</a:t>
                      </a:r>
                    </a:p>
                  </a:txBody>
                  <a:tcPr marL="91440" marR="91440" marT="45720" marB="45720" anchor="ctr">
                    <a:solidFill>
                      <a:srgbClr val="FFFFFF"/>
                    </a:solidFill>
                  </a:tcPr>
                </a:tc>
              </a:tr>
            </a:tbl>
          </a:graphicData>
        </a:graphic>
      </p:graphicFrame>
    </p:spTree>
    <p:extLst>
      <p:ext uri="{BB962C8B-B14F-4D97-AF65-F5344CB8AC3E}">
        <p14:creationId xmlns:p14="http://schemas.microsoft.com/office/powerpoint/2010/main" val="1858563883"/>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9" name="노트북에서 프로젝트 만들기">
            <a:extLst xmlns:a="http://schemas.openxmlformats.org/drawingml/2006/main">
              <a:ext uri="{FF2B5EF4-FFF2-40B4-BE49-F238E27FC236}">
                <a16:creationId xmlns:a16="http://schemas.microsoft.com/office/drawing/2014/main" id="{43B9BA12-2E7C-49EE-A767-3104D0EA83A2}"/>
              </a:ext>
            </a:extLst>
          </p:cNvPr>
          <p:cNvSpPr>
            <a:spLocks xmlns:a="http://schemas.openxmlformats.org/drawingml/2006/main" noGrp="1"/>
          </p:cNvSpPr>
          <p:nvPr/>
        </p:nvSpPr>
        <p:spPr>
          <a:xfrm xmlns:a="http://schemas.openxmlformats.org/drawingml/2006/main">
            <a:off x="476250" y="1428750"/>
            <a:ext cx="9739313"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292929"/>
                </a:solidFill>
                <a:latin typeface="KoPubDotum"/>
                <a:ea typeface="KoPubDotum"/>
                <a:cs typeface="KoPubDotum"/>
              </a:defRPr>
            </a:defPPr>
          </a:lstStyle>
          <a:p xmlns:a="http://schemas.openxmlformats.org/drawingml/2006/main">
            <a:pPr algn="l">
              <a:lnSpc>
                <a:spcPct val="116000"/>
              </a:lnSpc>
              <a:buNone/>
              <a:defRPr sz="1950" b="0">
                <a:solidFill>
                  <a:srgbClr val="292929"/>
                </a:solidFill>
                <a:latin typeface="KoPubDotum"/>
                <a:ea typeface="KoPubDotum"/>
                <a:cs typeface="KoPubDotum"/>
              </a:defRPr>
            </a:pPr>
            <a:r>
              <a:rPr sz="1950" b="0">
                <a:solidFill>
                  <a:srgbClr val="292929"/>
                </a:solidFill>
                <a:latin typeface="KoPubDotum"/>
                <a:ea typeface="KoPubDotum"/>
                <a:cs typeface="KoPubDotum"/>
              </a:rPr>
              <a:t>노트북에서 프로젝트 만들기</a:t>
            </a:r>
          </a:p>
        </p:txBody>
      </p:sp>
      <p:sp>
        <p:nvSpPr>
          <p:cNvPr id="2" name="8">
            <a:extLst xmlns:a="http://schemas.openxmlformats.org/drawingml/2006/main">
              <a:ext uri="{FF2B5EF4-FFF2-40B4-BE49-F238E27FC236}">
                <a16:creationId xmlns:a16="http://schemas.microsoft.com/office/drawing/2014/main" id="{D0551521-6781-4CAB-B4D1-62665A9BFE33}"/>
              </a:ext>
            </a:extLst>
          </p:cNvPr>
          <p:cNvSpPr>
            <a:spLocks xmlns:a="http://schemas.openxmlformats.org/drawingml/2006/main" noGrp="1"/>
          </p:cNvSpPr>
          <p:nvPr/>
        </p:nvSpPr>
        <p:spPr>
          <a:xfrm xmlns:a="http://schemas.openxmlformats.org/drawingml/2006/main">
            <a:off x="5107782" y="7064375"/>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50" b="0">
                <a:solidFill>
                  <a:srgbClr val="5A554E"/>
                </a:solidFill>
                <a:latin typeface="KoPubDotum"/>
                <a:ea typeface="KoPubDotum"/>
                <a:cs typeface="KoPubDotum"/>
              </a:defRPr>
            </a:defPPr>
          </a:lstStyle>
          <a:p xmlns:a="http://schemas.openxmlformats.org/drawingml/2006/main">
            <a:pPr algn="ctr">
              <a:lnSpc>
                <a:spcPct val="116000"/>
              </a:lnSpc>
              <a:buNone/>
              <a:defRPr sz="1050" b="0">
                <a:solidFill>
                  <a:srgbClr val="5A554E"/>
                </a:solidFill>
                <a:latin typeface="KoPubDotum"/>
                <a:ea typeface="KoPubDotum"/>
                <a:cs typeface="KoPubDotum"/>
              </a:defRPr>
            </a:pPr>
            <a:r>
              <a:rPr sz="1050" b="0">
                <a:solidFill>
                  <a:srgbClr val="5A554E"/>
                </a:solidFill>
                <a:latin typeface="KoPubDotum"/>
                <a:ea typeface="KoPubDotum"/>
                <a:cs typeface="KoPubDotum"/>
              </a:rPr>
              <a:t>8</a:t>
            </a:r>
          </a:p>
        </p:txBody>
      </p:sp>
      <p:sp>
        <p:nvSpPr>
          <p:cNvPr id="3" name="웹앱 열기">
            <a:extLst xmlns:a="http://schemas.openxmlformats.org/drawingml/2006/main">
              <a:ext uri="{FF2B5EF4-FFF2-40B4-BE49-F238E27FC236}">
                <a16:creationId xmlns:a16="http://schemas.microsoft.com/office/drawing/2014/main" id="{48F341DA-D924-4758-9864-6828E368BA11}"/>
              </a:ext>
            </a:extLst>
          </p:cNvPr>
          <p:cNvSpPr>
            <a:spLocks xmlns:a="http://schemas.openxmlformats.org/drawingml/2006/main" noGrp="1"/>
          </p:cNvSpPr>
          <p:nvPr/>
        </p:nvSpPr>
        <p:spPr>
          <a:xfrm xmlns:a="http://schemas.openxmlformats.org/drawingml/2006/main">
            <a:off x="523875" y="2047875"/>
            <a:ext cx="9644063" cy="37909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292929"/>
                </a:solidFill>
                <a:latin typeface="KoPubDotum"/>
                <a:ea typeface="KoPubDotum"/>
                <a:cs typeface="KoPubDotum"/>
              </a:defRPr>
            </a:defPPr>
          </a:lstStyle>
          <a:p xmlns:a="http://schemas.openxmlformats.org/drawingml/2006/main">
            <a:pPr algn="l">
              <a:lnSpc>
                <a:spcPct val="116000"/>
              </a:lnSpc>
              <a:buNone/>
              <a:defRPr sz="1950" b="1">
                <a:solidFill>
                  <a:srgbClr val="292929"/>
                </a:solidFill>
                <a:latin typeface="KoPubDotum"/>
                <a:ea typeface="KoPubDotum"/>
                <a:cs typeface="KoPubDotum"/>
              </a:defRPr>
            </a:pPr>
            <a:r>
              <a:rPr sz="1950" b="1">
                <a:solidFill>
                  <a:srgbClr val="292929"/>
                </a:solidFill>
                <a:latin typeface="KoPubDotum"/>
                <a:ea typeface="KoPubDotum"/>
                <a:cs typeface="KoPubDotum"/>
              </a:rPr>
              <a:t>웹앱 열기</a:t>
            </a:r>
          </a:p>
        </p:txBody>
      </p:sp>
      <p:sp>
        <p:nvSpPr>
          <p:cNvPr id="4" name="Chrome에서 spike.legoeducation.com">
            <a:extLst xmlns:a="http://schemas.openxmlformats.org/drawingml/2006/main">
              <a:ext uri="{FF2B5EF4-FFF2-40B4-BE49-F238E27FC236}">
                <a16:creationId xmlns:a16="http://schemas.microsoft.com/office/drawing/2014/main" id="{768C9BB1-9726-46D6-8584-F179D84D0D10}"/>
              </a:ext>
            </a:extLst>
          </p:cNvPr>
          <p:cNvSpPr>
            <a:spLocks xmlns:a="http://schemas.openxmlformats.org/drawingml/2006/main" noGrp="1"/>
          </p:cNvSpPr>
          <p:nvPr/>
        </p:nvSpPr>
        <p:spPr>
          <a:xfrm xmlns:a="http://schemas.openxmlformats.org/drawingml/2006/main">
            <a:off x="523875" y="2484120"/>
            <a:ext cx="9644063" cy="73990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292929"/>
                </a:solidFill>
                <a:latin typeface="KoPubDotum"/>
                <a:ea typeface="KoPubDotum"/>
                <a:cs typeface="KoPubDotum"/>
              </a:defRPr>
            </a:defPPr>
          </a:lstStyle>
          <a:p xmlns:a="http://schemas.openxmlformats.org/drawingml/2006/main">
            <a:pPr algn="l">
              <a:lnSpc>
                <a:spcPct val="116000"/>
              </a:lnSpc>
              <a:buNone/>
              <a:defRPr sz="1950" b="0">
                <a:solidFill>
                  <a:srgbClr val="292929"/>
                </a:solidFill>
                <a:latin typeface="KoPubDotum"/>
                <a:ea typeface="KoPubDotum"/>
                <a:cs typeface="KoPubDotum"/>
              </a:defRPr>
            </a:pPr>
            <a:r>
              <a:rPr sz="1950" b="0">
                <a:solidFill>
                  <a:srgbClr val="292929"/>
                </a:solidFill>
                <a:latin typeface="KoPubDotum"/>
                <a:ea typeface="KoPubDotum"/>
                <a:cs typeface="KoPubDotum"/>
              </a:rPr>
              <a:t>Chrome에서 spike.legoeducation.com을 엽니다.</a:t>
            </a:r>
          </a:p>
          <a:p xmlns:a="http://schemas.openxmlformats.org/drawingml/2006/main">
            <a:pPr algn="l">
              <a:lnSpc>
                <a:spcPct val="116000"/>
              </a:lnSpc>
              <a:buNone/>
              <a:defRPr sz="1950" b="0">
                <a:solidFill>
                  <a:srgbClr val="292929"/>
                </a:solidFill>
                <a:latin typeface="KoPubDotum"/>
                <a:ea typeface="KoPubDotum"/>
                <a:cs typeface="KoPubDotum"/>
              </a:defRPr>
            </a:pPr>
            <a:r>
              <a:rPr sz="1950" b="0">
                <a:solidFill>
                  <a:srgbClr val="292929"/>
                </a:solidFill>
                <a:latin typeface="KoPubDotum"/>
                <a:ea typeface="KoPubDotum"/>
                <a:cs typeface="KoPubDotum"/>
              </a:rPr>
              <a:t>스파이크 프라임을 선택하고 새 프로젝트를 만듭니다.</a:t>
            </a:r>
          </a:p>
        </p:txBody>
      </p:sp>
      <p:sp>
        <p:nvSpPr>
          <p:cNvPr id="5" name="코딩 종류 고르기">
            <a:extLst xmlns:a="http://schemas.openxmlformats.org/drawingml/2006/main">
              <a:ext uri="{FF2B5EF4-FFF2-40B4-BE49-F238E27FC236}">
                <a16:creationId xmlns:a16="http://schemas.microsoft.com/office/drawing/2014/main" id="{1635E198-A033-4291-BEDC-8B0E5DF366B0}"/>
              </a:ext>
            </a:extLst>
          </p:cNvPr>
          <p:cNvSpPr>
            <a:spLocks xmlns:a="http://schemas.openxmlformats.org/drawingml/2006/main" noGrp="1"/>
          </p:cNvSpPr>
          <p:nvPr/>
        </p:nvSpPr>
        <p:spPr>
          <a:xfrm xmlns:a="http://schemas.openxmlformats.org/drawingml/2006/main">
            <a:off x="523875" y="3471672"/>
            <a:ext cx="9644063" cy="37909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292929"/>
                </a:solidFill>
                <a:latin typeface="KoPubDotum"/>
                <a:ea typeface="KoPubDotum"/>
                <a:cs typeface="KoPubDotum"/>
              </a:defRPr>
            </a:defPPr>
          </a:lstStyle>
          <a:p xmlns:a="http://schemas.openxmlformats.org/drawingml/2006/main">
            <a:pPr algn="l">
              <a:lnSpc>
                <a:spcPct val="116000"/>
              </a:lnSpc>
              <a:buNone/>
              <a:defRPr sz="1950" b="1">
                <a:solidFill>
                  <a:srgbClr val="292929"/>
                </a:solidFill>
                <a:latin typeface="KoPubDotum"/>
                <a:ea typeface="KoPubDotum"/>
                <a:cs typeface="KoPubDotum"/>
              </a:defRPr>
            </a:pPr>
            <a:r>
              <a:rPr sz="1950" b="1">
                <a:solidFill>
                  <a:srgbClr val="292929"/>
                </a:solidFill>
                <a:latin typeface="KoPubDotum"/>
                <a:ea typeface="KoPubDotum"/>
                <a:cs typeface="KoPubDotum"/>
              </a:rPr>
              <a:t>코딩 종류 고르기</a:t>
            </a:r>
          </a:p>
        </p:txBody>
      </p:sp>
      <p:sp>
        <p:nvSpPr>
          <p:cNvPr id="6" name="이 과정에서는 단어 블록을 씁니다.&#10;이름에는 차시와 모둠 ">
            <a:extLst xmlns:a="http://schemas.openxmlformats.org/drawingml/2006/main">
              <a:ext uri="{FF2B5EF4-FFF2-40B4-BE49-F238E27FC236}">
                <a16:creationId xmlns:a16="http://schemas.microsoft.com/office/drawing/2014/main" id="{A826104C-B13C-476B-AA0E-2FBA72F68FE3}"/>
              </a:ext>
            </a:extLst>
          </p:cNvPr>
          <p:cNvSpPr>
            <a:spLocks xmlns:a="http://schemas.openxmlformats.org/drawingml/2006/main" noGrp="1"/>
          </p:cNvSpPr>
          <p:nvPr/>
        </p:nvSpPr>
        <p:spPr>
          <a:xfrm xmlns:a="http://schemas.openxmlformats.org/drawingml/2006/main">
            <a:off x="523875" y="3907917"/>
            <a:ext cx="9644063" cy="73990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292929"/>
                </a:solidFill>
                <a:latin typeface="KoPubDotum"/>
                <a:ea typeface="KoPubDotum"/>
                <a:cs typeface="KoPubDotum"/>
              </a:defRPr>
            </a:defPPr>
          </a:lstStyle>
          <a:p xmlns:a="http://schemas.openxmlformats.org/drawingml/2006/main">
            <a:pPr algn="l">
              <a:lnSpc>
                <a:spcPct val="116000"/>
              </a:lnSpc>
              <a:buNone/>
              <a:defRPr sz="1950" b="0">
                <a:solidFill>
                  <a:srgbClr val="292929"/>
                </a:solidFill>
                <a:latin typeface="KoPubDotum"/>
                <a:ea typeface="KoPubDotum"/>
                <a:cs typeface="KoPubDotum"/>
              </a:defRPr>
            </a:pPr>
            <a:r>
              <a:rPr sz="1950" b="0">
                <a:solidFill>
                  <a:srgbClr val="292929"/>
                </a:solidFill>
                <a:latin typeface="KoPubDotum"/>
                <a:ea typeface="KoPubDotum"/>
                <a:cs typeface="KoPubDotum"/>
              </a:rPr>
              <a:t>이 과정에서는 단어 블록을 씁니다.</a:t>
            </a:r>
          </a:p>
          <a:p xmlns:a="http://schemas.openxmlformats.org/drawingml/2006/main">
            <a:pPr algn="l">
              <a:lnSpc>
                <a:spcPct val="116000"/>
              </a:lnSpc>
              <a:buNone/>
              <a:defRPr sz="1950" b="0">
                <a:solidFill>
                  <a:srgbClr val="292929"/>
                </a:solidFill>
                <a:latin typeface="KoPubDotum"/>
                <a:ea typeface="KoPubDotum"/>
                <a:cs typeface="KoPubDotum"/>
              </a:defRPr>
            </a:pPr>
            <a:r>
              <a:rPr sz="1950" b="0">
                <a:solidFill>
                  <a:srgbClr val="292929"/>
                </a:solidFill>
                <a:latin typeface="KoPubDotum"/>
                <a:ea typeface="KoPubDotum"/>
                <a:cs typeface="KoPubDotum"/>
              </a:rPr>
              <a:t>이름에는 차시와 모둠 번호를 넣습니다. 예: 신규_1차시_01</a:t>
            </a:r>
          </a:p>
        </p:txBody>
      </p:sp>
      <p:sp>
        <p:nvSpPr>
          <p:cNvPr id="7" name="작업 파일 남기기">
            <a:extLst xmlns:a="http://schemas.openxmlformats.org/drawingml/2006/main">
              <a:ext uri="{FF2B5EF4-FFF2-40B4-BE49-F238E27FC236}">
                <a16:creationId xmlns:a16="http://schemas.microsoft.com/office/drawing/2014/main" id="{71B11C3B-3A70-4969-94AA-03BBDBD06B58}"/>
              </a:ext>
            </a:extLst>
          </p:cNvPr>
          <p:cNvSpPr>
            <a:spLocks xmlns:a="http://schemas.openxmlformats.org/drawingml/2006/main" noGrp="1"/>
          </p:cNvSpPr>
          <p:nvPr/>
        </p:nvSpPr>
        <p:spPr>
          <a:xfrm xmlns:a="http://schemas.openxmlformats.org/drawingml/2006/main">
            <a:off x="523875" y="4895469"/>
            <a:ext cx="9644063" cy="37909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292929"/>
                </a:solidFill>
                <a:latin typeface="KoPubDotum"/>
                <a:ea typeface="KoPubDotum"/>
                <a:cs typeface="KoPubDotum"/>
              </a:defRPr>
            </a:defPPr>
          </a:lstStyle>
          <a:p xmlns:a="http://schemas.openxmlformats.org/drawingml/2006/main">
            <a:pPr algn="l">
              <a:lnSpc>
                <a:spcPct val="116000"/>
              </a:lnSpc>
              <a:buNone/>
              <a:defRPr sz="1950" b="1">
                <a:solidFill>
                  <a:srgbClr val="292929"/>
                </a:solidFill>
                <a:latin typeface="KoPubDotum"/>
                <a:ea typeface="KoPubDotum"/>
                <a:cs typeface="KoPubDotum"/>
              </a:defRPr>
            </a:pPr>
            <a:r>
              <a:rPr sz="1950" b="1">
                <a:solidFill>
                  <a:srgbClr val="292929"/>
                </a:solidFill>
                <a:latin typeface="KoPubDotum"/>
                <a:ea typeface="KoPubDotum"/>
                <a:cs typeface="KoPubDotum"/>
              </a:rPr>
              <a:t>작업 파일 남기기</a:t>
            </a:r>
          </a:p>
        </p:txBody>
      </p:sp>
      <p:sp>
        <p:nvSpPr>
          <p:cNvPr id="8" name="프로젝트를 기기에 다운로드한 뒤 다시 열어 봅니다.&#10;저장한">
            <a:extLst xmlns:a="http://schemas.openxmlformats.org/drawingml/2006/main">
              <a:ext uri="{FF2B5EF4-FFF2-40B4-BE49-F238E27FC236}">
                <a16:creationId xmlns:a16="http://schemas.microsoft.com/office/drawing/2014/main" id="{E6A023F4-59CB-4675-ABF6-81E4CAF06021}"/>
              </a:ext>
            </a:extLst>
          </p:cNvPr>
          <p:cNvSpPr>
            <a:spLocks xmlns:a="http://schemas.openxmlformats.org/drawingml/2006/main" noGrp="1"/>
          </p:cNvSpPr>
          <p:nvPr/>
        </p:nvSpPr>
        <p:spPr>
          <a:xfrm xmlns:a="http://schemas.openxmlformats.org/drawingml/2006/main">
            <a:off x="523875" y="5331714"/>
            <a:ext cx="9644063" cy="73990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292929"/>
                </a:solidFill>
                <a:latin typeface="KoPubDotum"/>
                <a:ea typeface="KoPubDotum"/>
                <a:cs typeface="KoPubDotum"/>
              </a:defRPr>
            </a:defPPr>
          </a:lstStyle>
          <a:p xmlns:a="http://schemas.openxmlformats.org/drawingml/2006/main">
            <a:pPr algn="l">
              <a:lnSpc>
                <a:spcPct val="116000"/>
              </a:lnSpc>
              <a:buNone/>
              <a:defRPr sz="1950" b="0">
                <a:solidFill>
                  <a:srgbClr val="292929"/>
                </a:solidFill>
                <a:latin typeface="KoPubDotum"/>
                <a:ea typeface="KoPubDotum"/>
                <a:cs typeface="KoPubDotum"/>
              </a:defRPr>
            </a:pPr>
            <a:r>
              <a:rPr sz="1950" b="0">
                <a:solidFill>
                  <a:srgbClr val="292929"/>
                </a:solidFill>
                <a:latin typeface="KoPubDotum"/>
                <a:ea typeface="KoPubDotum"/>
                <a:cs typeface="KoPubDotum"/>
              </a:rPr>
              <a:t>프로젝트를 기기에 다운로드한 뒤 다시 열어 봅니다.</a:t>
            </a:r>
          </a:p>
          <a:p xmlns:a="http://schemas.openxmlformats.org/drawingml/2006/main">
            <a:pPr algn="l">
              <a:lnSpc>
                <a:spcPct val="116000"/>
              </a:lnSpc>
              <a:buNone/>
              <a:defRPr sz="1950" b="0">
                <a:solidFill>
                  <a:srgbClr val="292929"/>
                </a:solidFill>
                <a:latin typeface="KoPubDotum"/>
                <a:ea typeface="KoPubDotum"/>
                <a:cs typeface="KoPubDotum"/>
              </a:defRPr>
            </a:pPr>
            <a:r>
              <a:rPr sz="1950" b="0">
                <a:solidFill>
                  <a:srgbClr val="292929"/>
                </a:solidFill>
                <a:latin typeface="KoPubDotum"/>
                <a:ea typeface="KoPubDotum"/>
                <a:cs typeface="KoPubDotum"/>
              </a:rPr>
              <a:t>저장한 위치와 파일명을 모둠원이 함께 확인합니다.</a:t>
            </a:r>
          </a:p>
        </p:txBody>
      </p:sp>
    </p:spTree>
    <p:extLst>
      <p:ext uri="{BB962C8B-B14F-4D97-AF65-F5344CB8AC3E}">
        <p14:creationId xmlns:p14="http://schemas.microsoft.com/office/powerpoint/2010/main" val="44444274"/>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6" name="단어 블록 프로젝트 만들기">
            <a:extLst xmlns:a="http://schemas.openxmlformats.org/drawingml/2006/main">
              <a:ext uri="{FF2B5EF4-FFF2-40B4-BE49-F238E27FC236}">
                <a16:creationId xmlns:a16="http://schemas.microsoft.com/office/drawing/2014/main" id="{A08124CF-CEF2-45C0-98BF-60999AB8F734}"/>
              </a:ext>
            </a:extLst>
          </p:cNvPr>
          <p:cNvSpPr>
            <a:spLocks xmlns:a="http://schemas.openxmlformats.org/drawingml/2006/main" noGrp="1"/>
          </p:cNvSpPr>
          <p:nvPr/>
        </p:nvSpPr>
        <p:spPr>
          <a:xfrm xmlns:a="http://schemas.openxmlformats.org/drawingml/2006/main">
            <a:off x="476250" y="1428750"/>
            <a:ext cx="9739313"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292929"/>
                </a:solidFill>
                <a:latin typeface="KoPubDotum"/>
                <a:ea typeface="KoPubDotum"/>
                <a:cs typeface="KoPubDotum"/>
              </a:defRPr>
            </a:defPPr>
          </a:lstStyle>
          <a:p xmlns:a="http://schemas.openxmlformats.org/drawingml/2006/main">
            <a:pPr algn="l">
              <a:lnSpc>
                <a:spcPct val="116000"/>
              </a:lnSpc>
              <a:buNone/>
              <a:defRPr sz="1950" b="0">
                <a:solidFill>
                  <a:srgbClr val="292929"/>
                </a:solidFill>
                <a:latin typeface="KoPubDotum"/>
                <a:ea typeface="KoPubDotum"/>
                <a:cs typeface="KoPubDotum"/>
              </a:defRPr>
            </a:pPr>
            <a:r>
              <a:rPr sz="1950" b="0">
                <a:solidFill>
                  <a:srgbClr val="292929"/>
                </a:solidFill>
                <a:latin typeface="KoPubDotum"/>
                <a:ea typeface="KoPubDotum"/>
                <a:cs typeface="KoPubDotum"/>
              </a:rPr>
              <a:t>단어 블록 프로젝트 만들기</a:t>
            </a:r>
          </a:p>
        </p:txBody>
      </p:sp>
      <p:sp>
        <p:nvSpPr>
          <p:cNvPr id="2" name="9">
            <a:extLst xmlns:a="http://schemas.openxmlformats.org/drawingml/2006/main">
              <a:ext uri="{FF2B5EF4-FFF2-40B4-BE49-F238E27FC236}">
                <a16:creationId xmlns:a16="http://schemas.microsoft.com/office/drawing/2014/main" id="{028EEB03-72B5-4C94-BF49-A79EFAC380AA}"/>
              </a:ext>
            </a:extLst>
          </p:cNvPr>
          <p:cNvSpPr>
            <a:spLocks xmlns:a="http://schemas.openxmlformats.org/drawingml/2006/main" noGrp="1"/>
          </p:cNvSpPr>
          <p:nvPr/>
        </p:nvSpPr>
        <p:spPr>
          <a:xfrm xmlns:a="http://schemas.openxmlformats.org/drawingml/2006/main">
            <a:off x="5107782" y="7064375"/>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50" b="0">
                <a:solidFill>
                  <a:srgbClr val="5A554E"/>
                </a:solidFill>
                <a:latin typeface="KoPubDotum"/>
                <a:ea typeface="KoPubDotum"/>
                <a:cs typeface="KoPubDotum"/>
              </a:defRPr>
            </a:defPPr>
          </a:lstStyle>
          <a:p xmlns:a="http://schemas.openxmlformats.org/drawingml/2006/main">
            <a:pPr algn="ctr">
              <a:lnSpc>
                <a:spcPct val="116000"/>
              </a:lnSpc>
              <a:buNone/>
              <a:defRPr sz="1050" b="0">
                <a:solidFill>
                  <a:srgbClr val="5A554E"/>
                </a:solidFill>
                <a:latin typeface="KoPubDotum"/>
                <a:ea typeface="KoPubDotum"/>
                <a:cs typeface="KoPubDotum"/>
              </a:defRPr>
            </a:pPr>
            <a:r>
              <a:rPr sz="1050" b="0">
                <a:solidFill>
                  <a:srgbClr val="5A554E"/>
                </a:solidFill>
                <a:latin typeface="KoPubDotum"/>
                <a:ea typeface="KoPubDotum"/>
                <a:cs typeface="KoPubDotum"/>
              </a:rPr>
              <a:t>9</a:t>
            </a:r>
          </a:p>
        </p:txBody>
      </p:sp>
      <p:pic>
        <p:nvPicPr>
          <p:cNvPr id="3" name="">
            <a:extLst xmlns:a="http://schemas.openxmlformats.org/drawingml/2006/main">
              <a:ext uri="{FF2B5EF4-FFF2-40B4-BE49-F238E27FC236}">
                <a16:creationId xmlns:a16="http://schemas.microsoft.com/office/drawing/2014/main" id="{8812AEDA-0F5B-4F70-96FA-39E41CB0CBC9}"/>
              </a:ext>
            </a:extLst>
          </p:cNvPr>
          <p:cNvPicPr>
            <a:picLocks xmlns:a="http://schemas.openxmlformats.org/drawingml/2006/main" noChangeAspect="1"/>
          </p:cNvPicPr>
          <p:nvPr/>
        </p:nvPicPr>
        <p:blipFill>
          <a:blip xmlns:r="http://schemas.openxmlformats.org/officeDocument/2006/relationships" xmlns:a="http://schemas.openxmlformats.org/drawingml/2006/main" r:embed="Re5ed95fa27154671"/>
          <a:stretch xmlns:a="http://schemas.openxmlformats.org/drawingml/2006/main"/>
        </p:blipFill>
        <p:spPr>
          <a:xfrm xmlns:a="http://schemas.openxmlformats.org/drawingml/2006/main">
            <a:off x="476250" y="2047875"/>
            <a:ext cx="5745238" cy="4762500"/>
          </a:xfrm>
          <a:prstGeom xmlns:a="http://schemas.openxmlformats.org/drawingml/2006/main" prst="rect">
            <a:avLst/>
          </a:prstGeom>
        </p:spPr>
      </p:pic>
      <p:sp>
        <p:nvSpPr>
          <p:cNvPr id="4" name="만드는 순서">
            <a:extLst xmlns:a="http://schemas.openxmlformats.org/drawingml/2006/main">
              <a:ext uri="{FF2B5EF4-FFF2-40B4-BE49-F238E27FC236}">
                <a16:creationId xmlns:a16="http://schemas.microsoft.com/office/drawing/2014/main" id="{DE3D1F4A-C176-4E17-9A0B-3AB2DF48D3B4}"/>
              </a:ext>
            </a:extLst>
          </p:cNvPr>
          <p:cNvSpPr>
            <a:spLocks xmlns:a="http://schemas.openxmlformats.org/drawingml/2006/main" noGrp="1"/>
          </p:cNvSpPr>
          <p:nvPr/>
        </p:nvSpPr>
        <p:spPr>
          <a:xfrm xmlns:a="http://schemas.openxmlformats.org/drawingml/2006/main">
            <a:off x="8239125" y="2190750"/>
            <a:ext cx="1976438" cy="3295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292929"/>
                </a:solidFill>
                <a:latin typeface="KoPubDotum"/>
                <a:ea typeface="KoPubDotum"/>
                <a:cs typeface="KoPubDotum"/>
              </a:defRPr>
            </a:defPPr>
          </a:lstStyle>
          <a:p xmlns:a="http://schemas.openxmlformats.org/drawingml/2006/main">
            <a:pPr algn="l">
              <a:lnSpc>
                <a:spcPct val="116000"/>
              </a:lnSpc>
              <a:buNone/>
              <a:defRPr sz="1650" b="1">
                <a:solidFill>
                  <a:srgbClr val="292929"/>
                </a:solidFill>
                <a:latin typeface="KoPubDotum"/>
                <a:ea typeface="KoPubDotum"/>
                <a:cs typeface="KoPubDotum"/>
              </a:defRPr>
            </a:pPr>
            <a:r>
              <a:rPr sz="1650" b="1">
                <a:solidFill>
                  <a:srgbClr val="292929"/>
                </a:solidFill>
                <a:latin typeface="KoPubDotum"/>
                <a:ea typeface="KoPubDotum"/>
                <a:cs typeface="KoPubDotum"/>
              </a:rPr>
              <a:t>만드는 순서</a:t>
            </a:r>
          </a:p>
        </p:txBody>
      </p:sp>
      <p:sp>
        <p:nvSpPr>
          <p:cNvPr id="5" name="1. 프로젝트 이름 입력&#10;2. 단어 블록 선택&#10;3. 만들기">
            <a:extLst xmlns:a="http://schemas.openxmlformats.org/drawingml/2006/main">
              <a:ext uri="{FF2B5EF4-FFF2-40B4-BE49-F238E27FC236}">
                <a16:creationId xmlns:a16="http://schemas.microsoft.com/office/drawing/2014/main" id="{AA4C9D65-0C8A-4D14-85BF-ACB63821F751}"/>
              </a:ext>
            </a:extLst>
          </p:cNvPr>
          <p:cNvSpPr>
            <a:spLocks xmlns:a="http://schemas.openxmlformats.org/drawingml/2006/main" noGrp="1"/>
          </p:cNvSpPr>
          <p:nvPr/>
        </p:nvSpPr>
        <p:spPr>
          <a:xfrm xmlns:a="http://schemas.openxmlformats.org/drawingml/2006/main">
            <a:off x="8239125" y="2577465"/>
            <a:ext cx="1976438" cy="91859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292929"/>
                </a:solidFill>
                <a:latin typeface="KoPubDotum"/>
                <a:ea typeface="KoPubDotum"/>
                <a:cs typeface="KoPubDotum"/>
              </a:defRPr>
            </a:defPPr>
          </a:lstStyle>
          <a:p xmlns:a="http://schemas.openxmlformats.org/drawingml/2006/main">
            <a:pPr algn="l">
              <a:lnSpc>
                <a:spcPct val="116000"/>
              </a:lnSpc>
              <a:buNone/>
              <a:defRPr sz="1650" b="0">
                <a:solidFill>
                  <a:srgbClr val="292929"/>
                </a:solidFill>
                <a:latin typeface="KoPubDotum"/>
                <a:ea typeface="KoPubDotum"/>
                <a:cs typeface="KoPubDotum"/>
              </a:defRPr>
            </a:pPr>
            <a:r>
              <a:rPr sz="1650" b="0">
                <a:solidFill>
                  <a:srgbClr val="292929"/>
                </a:solidFill>
                <a:latin typeface="KoPubDotum"/>
                <a:ea typeface="KoPubDotum"/>
                <a:cs typeface="KoPubDotum"/>
              </a:rPr>
              <a:t>1. 프로젝트 이름 입력</a:t>
            </a:r>
          </a:p>
          <a:p xmlns:a="http://schemas.openxmlformats.org/drawingml/2006/main">
            <a:pPr algn="l">
              <a:lnSpc>
                <a:spcPct val="116000"/>
              </a:lnSpc>
              <a:buNone/>
              <a:defRPr sz="1650" b="0">
                <a:solidFill>
                  <a:srgbClr val="292929"/>
                </a:solidFill>
                <a:latin typeface="KoPubDotum"/>
                <a:ea typeface="KoPubDotum"/>
                <a:cs typeface="KoPubDotum"/>
              </a:defRPr>
            </a:pPr>
            <a:r>
              <a:rPr sz="1650" b="0">
                <a:solidFill>
                  <a:srgbClr val="292929"/>
                </a:solidFill>
                <a:latin typeface="KoPubDotum"/>
                <a:ea typeface="KoPubDotum"/>
                <a:cs typeface="KoPubDotum"/>
              </a:rPr>
              <a:t>2. 단어 블록 선택</a:t>
            </a:r>
          </a:p>
          <a:p xmlns:a="http://schemas.openxmlformats.org/drawingml/2006/main">
            <a:pPr algn="l">
              <a:lnSpc>
                <a:spcPct val="116000"/>
              </a:lnSpc>
              <a:buNone/>
              <a:defRPr sz="1650" b="0">
                <a:solidFill>
                  <a:srgbClr val="292929"/>
                </a:solidFill>
                <a:latin typeface="KoPubDotum"/>
                <a:ea typeface="KoPubDotum"/>
                <a:cs typeface="KoPubDotum"/>
              </a:defRPr>
            </a:pPr>
            <a:r>
              <a:rPr sz="1650" b="0">
                <a:solidFill>
                  <a:srgbClr val="292929"/>
                </a:solidFill>
                <a:latin typeface="KoPubDotum"/>
                <a:ea typeface="KoPubDotum"/>
                <a:cs typeface="KoPubDotum"/>
              </a:rPr>
              <a:t>3. 만들기 클릭</a:t>
            </a:r>
          </a:p>
        </p:txBody>
      </p:sp>
    </p:spTree>
    <p:extLst>
      <p:ext uri="{BB962C8B-B14F-4D97-AF65-F5344CB8AC3E}">
        <p14:creationId xmlns:p14="http://schemas.microsoft.com/office/powerpoint/2010/main" val="1627718682"/>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9" name="블록과 실행 버튼의 위치">
            <a:extLst xmlns:a="http://schemas.openxmlformats.org/drawingml/2006/main">
              <a:ext uri="{FF2B5EF4-FFF2-40B4-BE49-F238E27FC236}">
                <a16:creationId xmlns:a16="http://schemas.microsoft.com/office/drawing/2014/main" id="{6280B58F-4F07-4C8F-BD62-C5480E908F3A}"/>
              </a:ext>
            </a:extLst>
          </p:cNvPr>
          <p:cNvSpPr>
            <a:spLocks xmlns:a="http://schemas.openxmlformats.org/drawingml/2006/main" noGrp="1"/>
          </p:cNvSpPr>
          <p:nvPr/>
        </p:nvSpPr>
        <p:spPr>
          <a:xfrm xmlns:a="http://schemas.openxmlformats.org/drawingml/2006/main">
            <a:off x="476250" y="1428750"/>
            <a:ext cx="9739313"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292929"/>
                </a:solidFill>
                <a:latin typeface="KoPubDotum"/>
                <a:ea typeface="KoPubDotum"/>
                <a:cs typeface="KoPubDotum"/>
              </a:defRPr>
            </a:defPPr>
          </a:lstStyle>
          <a:p xmlns:a="http://schemas.openxmlformats.org/drawingml/2006/main">
            <a:pPr algn="l">
              <a:lnSpc>
                <a:spcPct val="116000"/>
              </a:lnSpc>
              <a:buNone/>
              <a:defRPr sz="1950" b="0">
                <a:solidFill>
                  <a:srgbClr val="292929"/>
                </a:solidFill>
                <a:latin typeface="KoPubDotum"/>
                <a:ea typeface="KoPubDotum"/>
                <a:cs typeface="KoPubDotum"/>
              </a:defRPr>
            </a:pPr>
            <a:r>
              <a:rPr sz="1950" b="0">
                <a:solidFill>
                  <a:srgbClr val="292929"/>
                </a:solidFill>
                <a:latin typeface="KoPubDotum"/>
                <a:ea typeface="KoPubDotum"/>
                <a:cs typeface="KoPubDotum"/>
              </a:rPr>
              <a:t>블록과 실행 버튼의 위치</a:t>
            </a:r>
          </a:p>
        </p:txBody>
      </p:sp>
      <p:sp>
        <p:nvSpPr>
          <p:cNvPr id="2" name="10">
            <a:extLst xmlns:a="http://schemas.openxmlformats.org/drawingml/2006/main">
              <a:ext uri="{FF2B5EF4-FFF2-40B4-BE49-F238E27FC236}">
                <a16:creationId xmlns:a16="http://schemas.microsoft.com/office/drawing/2014/main" id="{32AF1973-3F58-4883-83C7-E9A87BF4C9FD}"/>
              </a:ext>
            </a:extLst>
          </p:cNvPr>
          <p:cNvSpPr>
            <a:spLocks xmlns:a="http://schemas.openxmlformats.org/drawingml/2006/main" noGrp="1"/>
          </p:cNvSpPr>
          <p:nvPr/>
        </p:nvSpPr>
        <p:spPr>
          <a:xfrm xmlns:a="http://schemas.openxmlformats.org/drawingml/2006/main">
            <a:off x="5107782" y="7064375"/>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50" b="0">
                <a:solidFill>
                  <a:srgbClr val="5A554E"/>
                </a:solidFill>
                <a:latin typeface="KoPubDotum"/>
                <a:ea typeface="KoPubDotum"/>
                <a:cs typeface="KoPubDotum"/>
              </a:defRPr>
            </a:defPPr>
          </a:lstStyle>
          <a:p xmlns:a="http://schemas.openxmlformats.org/drawingml/2006/main">
            <a:pPr algn="ctr">
              <a:lnSpc>
                <a:spcPct val="116000"/>
              </a:lnSpc>
              <a:buNone/>
              <a:defRPr sz="1050" b="0">
                <a:solidFill>
                  <a:srgbClr val="5A554E"/>
                </a:solidFill>
                <a:latin typeface="KoPubDotum"/>
                <a:ea typeface="KoPubDotum"/>
                <a:cs typeface="KoPubDotum"/>
              </a:defRPr>
            </a:pPr>
            <a:r>
              <a:rPr sz="1050" b="0">
                <a:solidFill>
                  <a:srgbClr val="5A554E"/>
                </a:solidFill>
                <a:latin typeface="KoPubDotum"/>
                <a:ea typeface="KoPubDotum"/>
                <a:cs typeface="KoPubDotum"/>
              </a:rPr>
              <a:t>10</a:t>
            </a:r>
          </a:p>
        </p:txBody>
      </p:sp>
      <p:sp>
        <p:nvSpPr>
          <p:cNvPr id="3" name="블록 가져오기">
            <a:extLst xmlns:a="http://schemas.openxmlformats.org/drawingml/2006/main">
              <a:ext uri="{FF2B5EF4-FFF2-40B4-BE49-F238E27FC236}">
                <a16:creationId xmlns:a16="http://schemas.microsoft.com/office/drawing/2014/main" id="{EBA41437-B5D6-41B7-9B5A-21A60DFC7BAD}"/>
              </a:ext>
            </a:extLst>
          </p:cNvPr>
          <p:cNvSpPr>
            <a:spLocks xmlns:a="http://schemas.openxmlformats.org/drawingml/2006/main" noGrp="1"/>
          </p:cNvSpPr>
          <p:nvPr/>
        </p:nvSpPr>
        <p:spPr>
          <a:xfrm xmlns:a="http://schemas.openxmlformats.org/drawingml/2006/main">
            <a:off x="523875" y="2047875"/>
            <a:ext cx="9644063" cy="37909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292929"/>
                </a:solidFill>
                <a:latin typeface="KoPubDotum"/>
                <a:ea typeface="KoPubDotum"/>
                <a:cs typeface="KoPubDotum"/>
              </a:defRPr>
            </a:defPPr>
          </a:lstStyle>
          <a:p xmlns:a="http://schemas.openxmlformats.org/drawingml/2006/main">
            <a:pPr algn="l">
              <a:lnSpc>
                <a:spcPct val="116000"/>
              </a:lnSpc>
              <a:buNone/>
              <a:defRPr sz="1950" b="1">
                <a:solidFill>
                  <a:srgbClr val="292929"/>
                </a:solidFill>
                <a:latin typeface="KoPubDotum"/>
                <a:ea typeface="KoPubDotum"/>
                <a:cs typeface="KoPubDotum"/>
              </a:defRPr>
            </a:pPr>
            <a:r>
              <a:rPr sz="1950" b="1">
                <a:solidFill>
                  <a:srgbClr val="292929"/>
                </a:solidFill>
                <a:latin typeface="KoPubDotum"/>
                <a:ea typeface="KoPubDotum"/>
                <a:cs typeface="KoPubDotum"/>
              </a:rPr>
              <a:t>블록 가져오기</a:t>
            </a:r>
          </a:p>
        </p:txBody>
      </p:sp>
      <p:sp>
        <p:nvSpPr>
          <p:cNvPr id="4" name="왼쪽의 모터·동작·이벤트·제어·센서에서 블록을 고릅니다.&#10;">
            <a:extLst xmlns:a="http://schemas.openxmlformats.org/drawingml/2006/main">
              <a:ext uri="{FF2B5EF4-FFF2-40B4-BE49-F238E27FC236}">
                <a16:creationId xmlns:a16="http://schemas.microsoft.com/office/drawing/2014/main" id="{3628BFA0-8C06-4A0D-BF9C-21D034951EF7}"/>
              </a:ext>
            </a:extLst>
          </p:cNvPr>
          <p:cNvSpPr>
            <a:spLocks xmlns:a="http://schemas.openxmlformats.org/drawingml/2006/main" noGrp="1"/>
          </p:cNvSpPr>
          <p:nvPr/>
        </p:nvSpPr>
        <p:spPr>
          <a:xfrm xmlns:a="http://schemas.openxmlformats.org/drawingml/2006/main">
            <a:off x="523875" y="2484120"/>
            <a:ext cx="9644063" cy="73990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292929"/>
                </a:solidFill>
                <a:latin typeface="KoPubDotum"/>
                <a:ea typeface="KoPubDotum"/>
                <a:cs typeface="KoPubDotum"/>
              </a:defRPr>
            </a:defPPr>
          </a:lstStyle>
          <a:p xmlns:a="http://schemas.openxmlformats.org/drawingml/2006/main">
            <a:pPr algn="l">
              <a:lnSpc>
                <a:spcPct val="116000"/>
              </a:lnSpc>
              <a:buNone/>
              <a:defRPr sz="1950" b="0">
                <a:solidFill>
                  <a:srgbClr val="292929"/>
                </a:solidFill>
                <a:latin typeface="KoPubDotum"/>
                <a:ea typeface="KoPubDotum"/>
                <a:cs typeface="KoPubDotum"/>
              </a:defRPr>
            </a:pPr>
            <a:r>
              <a:rPr sz="1950" b="0">
                <a:solidFill>
                  <a:srgbClr val="292929"/>
                </a:solidFill>
                <a:latin typeface="KoPubDotum"/>
                <a:ea typeface="KoPubDotum"/>
                <a:cs typeface="KoPubDotum"/>
              </a:rPr>
              <a:t>왼쪽의 모터·동작·이벤트·제어·센서에서 블록을 고릅니다.</a:t>
            </a:r>
          </a:p>
          <a:p xmlns:a="http://schemas.openxmlformats.org/drawingml/2006/main">
            <a:pPr algn="l">
              <a:lnSpc>
                <a:spcPct val="116000"/>
              </a:lnSpc>
              <a:buNone/>
              <a:defRPr sz="1950" b="0">
                <a:solidFill>
                  <a:srgbClr val="292929"/>
                </a:solidFill>
                <a:latin typeface="KoPubDotum"/>
                <a:ea typeface="KoPubDotum"/>
                <a:cs typeface="KoPubDotum"/>
              </a:defRPr>
            </a:pPr>
            <a:r>
              <a:rPr sz="1950" b="0">
                <a:solidFill>
                  <a:srgbClr val="292929"/>
                </a:solidFill>
                <a:latin typeface="KoPubDotum"/>
                <a:ea typeface="KoPubDotum"/>
                <a:cs typeface="KoPubDotum"/>
              </a:rPr>
              <a:t>가운데 작업 영역에서 시작 블록 아래에 붙입니다.</a:t>
            </a:r>
          </a:p>
        </p:txBody>
      </p:sp>
      <p:sp>
        <p:nvSpPr>
          <p:cNvPr id="5" name="시작과 정지">
            <a:extLst xmlns:a="http://schemas.openxmlformats.org/drawingml/2006/main">
              <a:ext uri="{FF2B5EF4-FFF2-40B4-BE49-F238E27FC236}">
                <a16:creationId xmlns:a16="http://schemas.microsoft.com/office/drawing/2014/main" id="{FC8C652E-7A8D-4090-9D91-B5890B86202C}"/>
              </a:ext>
            </a:extLst>
          </p:cNvPr>
          <p:cNvSpPr>
            <a:spLocks xmlns:a="http://schemas.openxmlformats.org/drawingml/2006/main" noGrp="1"/>
          </p:cNvSpPr>
          <p:nvPr/>
        </p:nvSpPr>
        <p:spPr>
          <a:xfrm xmlns:a="http://schemas.openxmlformats.org/drawingml/2006/main">
            <a:off x="523875" y="3471672"/>
            <a:ext cx="9644063" cy="37909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292929"/>
                </a:solidFill>
                <a:latin typeface="KoPubDotum"/>
                <a:ea typeface="KoPubDotum"/>
                <a:cs typeface="KoPubDotum"/>
              </a:defRPr>
            </a:defPPr>
          </a:lstStyle>
          <a:p xmlns:a="http://schemas.openxmlformats.org/drawingml/2006/main">
            <a:pPr algn="l">
              <a:lnSpc>
                <a:spcPct val="116000"/>
              </a:lnSpc>
              <a:buNone/>
              <a:defRPr sz="1950" b="1">
                <a:solidFill>
                  <a:srgbClr val="292929"/>
                </a:solidFill>
                <a:latin typeface="KoPubDotum"/>
                <a:ea typeface="KoPubDotum"/>
                <a:cs typeface="KoPubDotum"/>
              </a:defRPr>
            </a:pPr>
            <a:r>
              <a:rPr sz="1950" b="1">
                <a:solidFill>
                  <a:srgbClr val="292929"/>
                </a:solidFill>
                <a:latin typeface="KoPubDotum"/>
                <a:ea typeface="KoPubDotum"/>
                <a:cs typeface="KoPubDotum"/>
              </a:rPr>
              <a:t>시작과 정지</a:t>
            </a:r>
          </a:p>
        </p:txBody>
      </p:sp>
      <p:sp>
        <p:nvSpPr>
          <p:cNvPr id="6" name="실행 버튼을 누르기 전에 정지 버튼 위치를 먼저 짚어 둡니">
            <a:extLst xmlns:a="http://schemas.openxmlformats.org/drawingml/2006/main">
              <a:ext uri="{FF2B5EF4-FFF2-40B4-BE49-F238E27FC236}">
                <a16:creationId xmlns:a16="http://schemas.microsoft.com/office/drawing/2014/main" id="{515BAF95-1AA9-463F-801C-4B9A4D38145D}"/>
              </a:ext>
            </a:extLst>
          </p:cNvPr>
          <p:cNvSpPr>
            <a:spLocks xmlns:a="http://schemas.openxmlformats.org/drawingml/2006/main" noGrp="1"/>
          </p:cNvSpPr>
          <p:nvPr/>
        </p:nvSpPr>
        <p:spPr>
          <a:xfrm xmlns:a="http://schemas.openxmlformats.org/drawingml/2006/main">
            <a:off x="523875" y="3907917"/>
            <a:ext cx="9644063" cy="73990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292929"/>
                </a:solidFill>
                <a:latin typeface="KoPubDotum"/>
                <a:ea typeface="KoPubDotum"/>
                <a:cs typeface="KoPubDotum"/>
              </a:defRPr>
            </a:defPPr>
          </a:lstStyle>
          <a:p xmlns:a="http://schemas.openxmlformats.org/drawingml/2006/main">
            <a:pPr algn="l">
              <a:lnSpc>
                <a:spcPct val="116000"/>
              </a:lnSpc>
              <a:buNone/>
              <a:defRPr sz="1950" b="0">
                <a:solidFill>
                  <a:srgbClr val="292929"/>
                </a:solidFill>
                <a:latin typeface="KoPubDotum"/>
                <a:ea typeface="KoPubDotum"/>
                <a:cs typeface="KoPubDotum"/>
              </a:defRPr>
            </a:pPr>
            <a:r>
              <a:rPr sz="1950" b="0">
                <a:solidFill>
                  <a:srgbClr val="292929"/>
                </a:solidFill>
                <a:latin typeface="KoPubDotum"/>
                <a:ea typeface="KoPubDotum"/>
                <a:cs typeface="KoPubDotum"/>
              </a:rPr>
              <a:t>실행 버튼을 누르기 전에 정지 버튼 위치를 먼저 짚어 둡니다.</a:t>
            </a:r>
          </a:p>
          <a:p xmlns:a="http://schemas.openxmlformats.org/drawingml/2006/main">
            <a:pPr algn="l">
              <a:lnSpc>
                <a:spcPct val="116000"/>
              </a:lnSpc>
              <a:buNone/>
              <a:defRPr sz="1950" b="0">
                <a:solidFill>
                  <a:srgbClr val="292929"/>
                </a:solidFill>
                <a:latin typeface="KoPubDotum"/>
                <a:ea typeface="KoPubDotum"/>
                <a:cs typeface="KoPubDotum"/>
              </a:defRPr>
            </a:pPr>
            <a:r>
              <a:rPr sz="1950" b="0">
                <a:solidFill>
                  <a:srgbClr val="292929"/>
                </a:solidFill>
                <a:latin typeface="KoPubDotum"/>
                <a:ea typeface="KoPubDotum"/>
                <a:cs typeface="KoPubDotum"/>
              </a:rPr>
              <a:t>바퀴가 예상과 다르게 돌면 바로 정지 버튼을 누릅니다.</a:t>
            </a:r>
          </a:p>
        </p:txBody>
      </p:sp>
      <p:sp>
        <p:nvSpPr>
          <p:cNvPr id="7" name="센서값 보기">
            <a:extLst xmlns:a="http://schemas.openxmlformats.org/drawingml/2006/main">
              <a:ext uri="{FF2B5EF4-FFF2-40B4-BE49-F238E27FC236}">
                <a16:creationId xmlns:a16="http://schemas.microsoft.com/office/drawing/2014/main" id="{BB52736C-C1A5-4578-97C8-44FFB6A9548A}"/>
              </a:ext>
            </a:extLst>
          </p:cNvPr>
          <p:cNvSpPr>
            <a:spLocks xmlns:a="http://schemas.openxmlformats.org/drawingml/2006/main" noGrp="1"/>
          </p:cNvSpPr>
          <p:nvPr/>
        </p:nvSpPr>
        <p:spPr>
          <a:xfrm xmlns:a="http://schemas.openxmlformats.org/drawingml/2006/main">
            <a:off x="523875" y="4895469"/>
            <a:ext cx="9644063" cy="37909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292929"/>
                </a:solidFill>
                <a:latin typeface="KoPubDotum"/>
                <a:ea typeface="KoPubDotum"/>
                <a:cs typeface="KoPubDotum"/>
              </a:defRPr>
            </a:defPPr>
          </a:lstStyle>
          <a:p xmlns:a="http://schemas.openxmlformats.org/drawingml/2006/main">
            <a:pPr algn="l">
              <a:lnSpc>
                <a:spcPct val="116000"/>
              </a:lnSpc>
              <a:buNone/>
              <a:defRPr sz="1950" b="1">
                <a:solidFill>
                  <a:srgbClr val="292929"/>
                </a:solidFill>
                <a:latin typeface="KoPubDotum"/>
                <a:ea typeface="KoPubDotum"/>
                <a:cs typeface="KoPubDotum"/>
              </a:defRPr>
            </a:pPr>
            <a:r>
              <a:rPr sz="1950" b="1">
                <a:solidFill>
                  <a:srgbClr val="292929"/>
                </a:solidFill>
                <a:latin typeface="KoPubDotum"/>
                <a:ea typeface="KoPubDotum"/>
                <a:cs typeface="KoPubDotum"/>
              </a:rPr>
              <a:t>센서값 보기</a:t>
            </a:r>
          </a:p>
        </p:txBody>
      </p:sp>
      <p:sp>
        <p:nvSpPr>
          <p:cNvPr id="8" name="Hub를 연결한 뒤 포트에 꽂힌 장치를 살펴봅니다.&#10;힘센서">
            <a:extLst xmlns:a="http://schemas.openxmlformats.org/drawingml/2006/main">
              <a:ext uri="{FF2B5EF4-FFF2-40B4-BE49-F238E27FC236}">
                <a16:creationId xmlns:a16="http://schemas.microsoft.com/office/drawing/2014/main" id="{08F6BF8F-9FB1-4A45-A3B7-905D8ABDB592}"/>
              </a:ext>
            </a:extLst>
          </p:cNvPr>
          <p:cNvSpPr>
            <a:spLocks xmlns:a="http://schemas.openxmlformats.org/drawingml/2006/main" noGrp="1"/>
          </p:cNvSpPr>
          <p:nvPr/>
        </p:nvSpPr>
        <p:spPr>
          <a:xfrm xmlns:a="http://schemas.openxmlformats.org/drawingml/2006/main">
            <a:off x="523875" y="5331714"/>
            <a:ext cx="9644063" cy="73990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292929"/>
                </a:solidFill>
                <a:latin typeface="KoPubDotum"/>
                <a:ea typeface="KoPubDotum"/>
                <a:cs typeface="KoPubDotum"/>
              </a:defRPr>
            </a:defPPr>
          </a:lstStyle>
          <a:p xmlns:a="http://schemas.openxmlformats.org/drawingml/2006/main">
            <a:pPr algn="l">
              <a:lnSpc>
                <a:spcPct val="116000"/>
              </a:lnSpc>
              <a:buNone/>
              <a:defRPr sz="1950" b="0">
                <a:solidFill>
                  <a:srgbClr val="292929"/>
                </a:solidFill>
                <a:latin typeface="KoPubDotum"/>
                <a:ea typeface="KoPubDotum"/>
                <a:cs typeface="KoPubDotum"/>
              </a:defRPr>
            </a:pPr>
            <a:r>
              <a:rPr sz="1950" b="0">
                <a:solidFill>
                  <a:srgbClr val="292929"/>
                </a:solidFill>
                <a:latin typeface="KoPubDotum"/>
                <a:ea typeface="KoPubDotum"/>
                <a:cs typeface="KoPubDotum"/>
              </a:rPr>
              <a:t>Hub를 연결한 뒤 포트에 꽂힌 장치를 살펴봅니다.</a:t>
            </a:r>
          </a:p>
          <a:p xmlns:a="http://schemas.openxmlformats.org/drawingml/2006/main">
            <a:pPr algn="l">
              <a:lnSpc>
                <a:spcPct val="116000"/>
              </a:lnSpc>
              <a:buNone/>
              <a:defRPr sz="1950" b="0">
                <a:solidFill>
                  <a:srgbClr val="292929"/>
                </a:solidFill>
                <a:latin typeface="KoPubDotum"/>
                <a:ea typeface="KoPubDotum"/>
                <a:cs typeface="KoPubDotum"/>
              </a:defRPr>
            </a:pPr>
            <a:r>
              <a:rPr sz="1950" b="0">
                <a:solidFill>
                  <a:srgbClr val="292929"/>
                </a:solidFill>
                <a:latin typeface="KoPubDotum"/>
                <a:ea typeface="KoPubDotum"/>
                <a:cs typeface="KoPubDotum"/>
              </a:rPr>
              <a:t>힘센서를 누르거나 물체를 옮겨 표시값이 바뀌는지 봅니다.</a:t>
            </a:r>
          </a:p>
        </p:txBody>
      </p:sp>
    </p:spTree>
    <p:extLst>
      <p:ext uri="{BB962C8B-B14F-4D97-AF65-F5344CB8AC3E}">
        <p14:creationId xmlns:p14="http://schemas.microsoft.com/office/powerpoint/2010/main" val="1780550418"/>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8" name="코딩 화면 둘러보기">
            <a:extLst xmlns:a="http://schemas.openxmlformats.org/drawingml/2006/main">
              <a:ext uri="{FF2B5EF4-FFF2-40B4-BE49-F238E27FC236}">
                <a16:creationId xmlns:a16="http://schemas.microsoft.com/office/drawing/2014/main" id="{9B101A93-C3AA-447E-9D1E-B0836D2DE940}"/>
              </a:ext>
            </a:extLst>
          </p:cNvPr>
          <p:cNvSpPr>
            <a:spLocks xmlns:a="http://schemas.openxmlformats.org/drawingml/2006/main" noGrp="1"/>
          </p:cNvSpPr>
          <p:nvPr/>
        </p:nvSpPr>
        <p:spPr>
          <a:xfrm xmlns:a="http://schemas.openxmlformats.org/drawingml/2006/main">
            <a:off x="476250" y="1428750"/>
            <a:ext cx="9739313"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292929"/>
                </a:solidFill>
                <a:latin typeface="KoPubDotum"/>
                <a:ea typeface="KoPubDotum"/>
                <a:cs typeface="KoPubDotum"/>
              </a:defRPr>
            </a:defPPr>
          </a:lstStyle>
          <a:p xmlns:a="http://schemas.openxmlformats.org/drawingml/2006/main">
            <a:pPr algn="l">
              <a:lnSpc>
                <a:spcPct val="116000"/>
              </a:lnSpc>
              <a:buNone/>
              <a:defRPr sz="1950" b="0">
                <a:solidFill>
                  <a:srgbClr val="292929"/>
                </a:solidFill>
                <a:latin typeface="KoPubDotum"/>
                <a:ea typeface="KoPubDotum"/>
                <a:cs typeface="KoPubDotum"/>
              </a:defRPr>
            </a:pPr>
            <a:r>
              <a:rPr sz="1950" b="0">
                <a:solidFill>
                  <a:srgbClr val="292929"/>
                </a:solidFill>
                <a:latin typeface="KoPubDotum"/>
                <a:ea typeface="KoPubDotum"/>
                <a:cs typeface="KoPubDotum"/>
              </a:rPr>
              <a:t>코딩 화면 둘러보기</a:t>
            </a:r>
          </a:p>
        </p:txBody>
      </p:sp>
      <p:sp>
        <p:nvSpPr>
          <p:cNvPr id="2" name="11">
            <a:extLst xmlns:a="http://schemas.openxmlformats.org/drawingml/2006/main">
              <a:ext uri="{FF2B5EF4-FFF2-40B4-BE49-F238E27FC236}">
                <a16:creationId xmlns:a16="http://schemas.microsoft.com/office/drawing/2014/main" id="{4B59933E-7992-4EC3-A7A9-9426759D6BE6}"/>
              </a:ext>
            </a:extLst>
          </p:cNvPr>
          <p:cNvSpPr>
            <a:spLocks xmlns:a="http://schemas.openxmlformats.org/drawingml/2006/main" noGrp="1"/>
          </p:cNvSpPr>
          <p:nvPr/>
        </p:nvSpPr>
        <p:spPr>
          <a:xfrm xmlns:a="http://schemas.openxmlformats.org/drawingml/2006/main">
            <a:off x="5107782" y="7064375"/>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50" b="0">
                <a:solidFill>
                  <a:srgbClr val="5A554E"/>
                </a:solidFill>
                <a:latin typeface="KoPubDotum"/>
                <a:ea typeface="KoPubDotum"/>
                <a:cs typeface="KoPubDotum"/>
              </a:defRPr>
            </a:defPPr>
          </a:lstStyle>
          <a:p xmlns:a="http://schemas.openxmlformats.org/drawingml/2006/main">
            <a:pPr algn="ctr">
              <a:lnSpc>
                <a:spcPct val="116000"/>
              </a:lnSpc>
              <a:buNone/>
              <a:defRPr sz="1050" b="0">
                <a:solidFill>
                  <a:srgbClr val="5A554E"/>
                </a:solidFill>
                <a:latin typeface="KoPubDotum"/>
                <a:ea typeface="KoPubDotum"/>
                <a:cs typeface="KoPubDotum"/>
              </a:defRPr>
            </a:pPr>
            <a:r>
              <a:rPr sz="1050" b="0">
                <a:solidFill>
                  <a:srgbClr val="5A554E"/>
                </a:solidFill>
                <a:latin typeface="KoPubDotum"/>
                <a:ea typeface="KoPubDotum"/>
                <a:cs typeface="KoPubDotum"/>
              </a:rPr>
              <a:t>11</a:t>
            </a:r>
          </a:p>
        </p:txBody>
      </p:sp>
      <p:pic>
        <p:nvPicPr>
          <p:cNvPr id="3" name="">
            <a:extLst xmlns:a="http://schemas.openxmlformats.org/drawingml/2006/main">
              <a:ext uri="{FF2B5EF4-FFF2-40B4-BE49-F238E27FC236}">
                <a16:creationId xmlns:a16="http://schemas.microsoft.com/office/drawing/2014/main" id="{F51EBB03-64C0-4916-9575-6AF564FE1ED9}"/>
              </a:ext>
            </a:extLst>
          </p:cNvPr>
          <p:cNvPicPr>
            <a:picLocks xmlns:a="http://schemas.openxmlformats.org/drawingml/2006/main" noChangeAspect="1"/>
          </p:cNvPicPr>
          <p:nvPr/>
        </p:nvPicPr>
        <p:blipFill>
          <a:blip xmlns:r="http://schemas.openxmlformats.org/officeDocument/2006/relationships" xmlns:a="http://schemas.openxmlformats.org/drawingml/2006/main" r:embed="Rd852703a25f84839"/>
          <a:stretch xmlns:a="http://schemas.openxmlformats.org/drawingml/2006/main"/>
        </p:blipFill>
        <p:spPr>
          <a:xfrm xmlns:a="http://schemas.openxmlformats.org/drawingml/2006/main">
            <a:off x="476250" y="2047875"/>
            <a:ext cx="7524750" cy="4702969"/>
          </a:xfrm>
          <a:prstGeom xmlns:a="http://schemas.openxmlformats.org/drawingml/2006/main" prst="rect">
            <a:avLst/>
          </a:prstGeom>
        </p:spPr>
      </p:pic>
      <p:sp>
        <p:nvSpPr>
          <p:cNvPr id="4" name="화면에서 찾을 곳">
            <a:extLst xmlns:a="http://schemas.openxmlformats.org/drawingml/2006/main">
              <a:ext uri="{FF2B5EF4-FFF2-40B4-BE49-F238E27FC236}">
                <a16:creationId xmlns:a16="http://schemas.microsoft.com/office/drawing/2014/main" id="{C4B80910-BD46-49A8-9208-300E11BA4A33}"/>
              </a:ext>
            </a:extLst>
          </p:cNvPr>
          <p:cNvSpPr>
            <a:spLocks xmlns:a="http://schemas.openxmlformats.org/drawingml/2006/main" noGrp="1"/>
          </p:cNvSpPr>
          <p:nvPr/>
        </p:nvSpPr>
        <p:spPr>
          <a:xfrm xmlns:a="http://schemas.openxmlformats.org/drawingml/2006/main">
            <a:off x="8239125" y="2190750"/>
            <a:ext cx="1976438" cy="3295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292929"/>
                </a:solidFill>
                <a:latin typeface="KoPubDotum"/>
                <a:ea typeface="KoPubDotum"/>
                <a:cs typeface="KoPubDotum"/>
              </a:defRPr>
            </a:defPPr>
          </a:lstStyle>
          <a:p xmlns:a="http://schemas.openxmlformats.org/drawingml/2006/main">
            <a:pPr algn="l">
              <a:lnSpc>
                <a:spcPct val="116000"/>
              </a:lnSpc>
              <a:buNone/>
              <a:defRPr sz="1650" b="1">
                <a:solidFill>
                  <a:srgbClr val="292929"/>
                </a:solidFill>
                <a:latin typeface="KoPubDotum"/>
                <a:ea typeface="KoPubDotum"/>
                <a:cs typeface="KoPubDotum"/>
              </a:defRPr>
            </a:pPr>
            <a:r>
              <a:rPr sz="1650" b="1">
                <a:solidFill>
                  <a:srgbClr val="292929"/>
                </a:solidFill>
                <a:latin typeface="KoPubDotum"/>
                <a:ea typeface="KoPubDotum"/>
                <a:cs typeface="KoPubDotum"/>
              </a:rPr>
              <a:t>화면에서 찾을 곳</a:t>
            </a:r>
          </a:p>
        </p:txBody>
      </p:sp>
      <p:sp>
        <p:nvSpPr>
          <p:cNvPr id="5" name="왼쪽: 블록 목록&#10;가운데: 작업 영역&#10;오른쪽 아래: 실행·">
            <a:extLst xmlns:a="http://schemas.openxmlformats.org/drawingml/2006/main">
              <a:ext uri="{FF2B5EF4-FFF2-40B4-BE49-F238E27FC236}">
                <a16:creationId xmlns:a16="http://schemas.microsoft.com/office/drawing/2014/main" id="{32955229-CD30-44EF-878F-751804EFB97C}"/>
              </a:ext>
            </a:extLst>
          </p:cNvPr>
          <p:cNvSpPr>
            <a:spLocks xmlns:a="http://schemas.openxmlformats.org/drawingml/2006/main" noGrp="1"/>
          </p:cNvSpPr>
          <p:nvPr/>
        </p:nvSpPr>
        <p:spPr>
          <a:xfrm xmlns:a="http://schemas.openxmlformats.org/drawingml/2006/main">
            <a:off x="8239125" y="2577465"/>
            <a:ext cx="1976438" cy="91859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292929"/>
                </a:solidFill>
                <a:latin typeface="KoPubDotum"/>
                <a:ea typeface="KoPubDotum"/>
                <a:cs typeface="KoPubDotum"/>
              </a:defRPr>
            </a:defPPr>
          </a:lstStyle>
          <a:p xmlns:a="http://schemas.openxmlformats.org/drawingml/2006/main">
            <a:pPr algn="l">
              <a:lnSpc>
                <a:spcPct val="116000"/>
              </a:lnSpc>
              <a:buNone/>
              <a:defRPr sz="1650" b="0">
                <a:solidFill>
                  <a:srgbClr val="292929"/>
                </a:solidFill>
                <a:latin typeface="KoPubDotum"/>
                <a:ea typeface="KoPubDotum"/>
                <a:cs typeface="KoPubDotum"/>
              </a:defRPr>
            </a:pPr>
            <a:r>
              <a:rPr sz="1650" b="0">
                <a:solidFill>
                  <a:srgbClr val="292929"/>
                </a:solidFill>
                <a:latin typeface="KoPubDotum"/>
                <a:ea typeface="KoPubDotum"/>
                <a:cs typeface="KoPubDotum"/>
              </a:rPr>
              <a:t>왼쪽: 블록 목록</a:t>
            </a:r>
          </a:p>
          <a:p xmlns:a="http://schemas.openxmlformats.org/drawingml/2006/main">
            <a:pPr algn="l">
              <a:lnSpc>
                <a:spcPct val="116000"/>
              </a:lnSpc>
              <a:buNone/>
              <a:defRPr sz="1650" b="0">
                <a:solidFill>
                  <a:srgbClr val="292929"/>
                </a:solidFill>
                <a:latin typeface="KoPubDotum"/>
                <a:ea typeface="KoPubDotum"/>
                <a:cs typeface="KoPubDotum"/>
              </a:defRPr>
            </a:pPr>
            <a:r>
              <a:rPr sz="1650" b="0">
                <a:solidFill>
                  <a:srgbClr val="292929"/>
                </a:solidFill>
                <a:latin typeface="KoPubDotum"/>
                <a:ea typeface="KoPubDotum"/>
                <a:cs typeface="KoPubDotum"/>
              </a:rPr>
              <a:t>가운데: 작업 영역</a:t>
            </a:r>
          </a:p>
          <a:p xmlns:a="http://schemas.openxmlformats.org/drawingml/2006/main">
            <a:pPr algn="l">
              <a:lnSpc>
                <a:spcPct val="116000"/>
              </a:lnSpc>
              <a:buNone/>
              <a:defRPr sz="1650" b="0">
                <a:solidFill>
                  <a:srgbClr val="292929"/>
                </a:solidFill>
                <a:latin typeface="KoPubDotum"/>
                <a:ea typeface="KoPubDotum"/>
                <a:cs typeface="KoPubDotum"/>
              </a:defRPr>
            </a:pPr>
            <a:r>
              <a:rPr sz="1650" b="0">
                <a:solidFill>
                  <a:srgbClr val="292929"/>
                </a:solidFill>
                <a:latin typeface="KoPubDotum"/>
                <a:ea typeface="KoPubDotum"/>
                <a:cs typeface="KoPubDotum"/>
              </a:rPr>
              <a:t>오른쪽 아래: 실행·정지</a:t>
            </a:r>
          </a:p>
        </p:txBody>
      </p:sp>
      <p:sp>
        <p:nvSpPr>
          <p:cNvPr id="6" name="Hub 연결">
            <a:extLst xmlns:a="http://schemas.openxmlformats.org/drawingml/2006/main">
              <a:ext uri="{FF2B5EF4-FFF2-40B4-BE49-F238E27FC236}">
                <a16:creationId xmlns:a16="http://schemas.microsoft.com/office/drawing/2014/main" id="{21958065-99BE-46B4-A97E-30F287C91AA2}"/>
              </a:ext>
            </a:extLst>
          </p:cNvPr>
          <p:cNvSpPr>
            <a:spLocks xmlns:a="http://schemas.openxmlformats.org/drawingml/2006/main" noGrp="1"/>
          </p:cNvSpPr>
          <p:nvPr/>
        </p:nvSpPr>
        <p:spPr>
          <a:xfrm xmlns:a="http://schemas.openxmlformats.org/drawingml/2006/main">
            <a:off x="8239125" y="3705606"/>
            <a:ext cx="1976438" cy="3295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292929"/>
                </a:solidFill>
                <a:latin typeface="KoPubDotum"/>
                <a:ea typeface="KoPubDotum"/>
                <a:cs typeface="KoPubDotum"/>
              </a:defRPr>
            </a:defPPr>
          </a:lstStyle>
          <a:p xmlns:a="http://schemas.openxmlformats.org/drawingml/2006/main">
            <a:pPr algn="l">
              <a:lnSpc>
                <a:spcPct val="116000"/>
              </a:lnSpc>
              <a:buNone/>
              <a:defRPr sz="1650" b="1">
                <a:solidFill>
                  <a:srgbClr val="292929"/>
                </a:solidFill>
                <a:latin typeface="KoPubDotum"/>
                <a:ea typeface="KoPubDotum"/>
                <a:cs typeface="KoPubDotum"/>
              </a:defRPr>
            </a:pPr>
            <a:r>
              <a:rPr sz="1650" b="1">
                <a:solidFill>
                  <a:srgbClr val="292929"/>
                </a:solidFill>
                <a:latin typeface="KoPubDotum"/>
                <a:ea typeface="KoPubDotum"/>
                <a:cs typeface="KoPubDotum"/>
              </a:rPr>
              <a:t>Hub 연결</a:t>
            </a:r>
          </a:p>
        </p:txBody>
      </p:sp>
      <p:sp>
        <p:nvSpPr>
          <p:cNvPr id="7" name="현재 화면은 연결&#10;전입니다.&#10;Hub 아이콘을 눌러&#10;연결을 ">
            <a:extLst xmlns:a="http://schemas.openxmlformats.org/drawingml/2006/main">
              <a:ext uri="{FF2B5EF4-FFF2-40B4-BE49-F238E27FC236}">
                <a16:creationId xmlns:a16="http://schemas.microsoft.com/office/drawing/2014/main" id="{50434200-67B6-4469-B811-3BBFFBAA6ADA}"/>
              </a:ext>
            </a:extLst>
          </p:cNvPr>
          <p:cNvSpPr>
            <a:spLocks xmlns:a="http://schemas.openxmlformats.org/drawingml/2006/main" noGrp="1"/>
          </p:cNvSpPr>
          <p:nvPr/>
        </p:nvSpPr>
        <p:spPr>
          <a:xfrm xmlns:a="http://schemas.openxmlformats.org/drawingml/2006/main">
            <a:off x="8239125" y="4092321"/>
            <a:ext cx="1976438" cy="11993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292929"/>
                </a:solidFill>
                <a:latin typeface="KoPubDotum"/>
                <a:ea typeface="KoPubDotum"/>
                <a:cs typeface="KoPubDotum"/>
              </a:defRPr>
            </a:defPPr>
          </a:lstStyle>
          <a:p xmlns:a="http://schemas.openxmlformats.org/drawingml/2006/main">
            <a:pPr algn="l">
              <a:lnSpc>
                <a:spcPct val="116000"/>
              </a:lnSpc>
              <a:buNone/>
              <a:defRPr sz="1650" b="0">
                <a:solidFill>
                  <a:srgbClr val="292929"/>
                </a:solidFill>
                <a:latin typeface="KoPubDotum"/>
                <a:ea typeface="KoPubDotum"/>
                <a:cs typeface="KoPubDotum"/>
              </a:defRPr>
            </a:pPr>
            <a:r>
              <a:rPr sz="1650" b="0">
                <a:solidFill>
                  <a:srgbClr val="292929"/>
                </a:solidFill>
                <a:latin typeface="KoPubDotum"/>
                <a:ea typeface="KoPubDotum"/>
                <a:cs typeface="KoPubDotum"/>
              </a:rPr>
              <a:t>현재 화면은 연결</a:t>
            </a:r>
          </a:p>
          <a:p xmlns:a="http://schemas.openxmlformats.org/drawingml/2006/main">
            <a:pPr algn="l">
              <a:lnSpc>
                <a:spcPct val="116000"/>
              </a:lnSpc>
              <a:buNone/>
              <a:defRPr sz="1650" b="0">
                <a:solidFill>
                  <a:srgbClr val="292929"/>
                </a:solidFill>
                <a:latin typeface="KoPubDotum"/>
                <a:ea typeface="KoPubDotum"/>
                <a:cs typeface="KoPubDotum"/>
              </a:defRPr>
            </a:pPr>
            <a:r>
              <a:rPr sz="1650" b="0">
                <a:solidFill>
                  <a:srgbClr val="292929"/>
                </a:solidFill>
                <a:latin typeface="KoPubDotum"/>
                <a:ea typeface="KoPubDotum"/>
                <a:cs typeface="KoPubDotum"/>
              </a:rPr>
              <a:t>전입니다.</a:t>
            </a:r>
          </a:p>
          <a:p xmlns:a="http://schemas.openxmlformats.org/drawingml/2006/main">
            <a:pPr algn="l">
              <a:lnSpc>
                <a:spcPct val="116000"/>
              </a:lnSpc>
              <a:buNone/>
              <a:defRPr sz="1650" b="0">
                <a:solidFill>
                  <a:srgbClr val="292929"/>
                </a:solidFill>
                <a:latin typeface="KoPubDotum"/>
                <a:ea typeface="KoPubDotum"/>
                <a:cs typeface="KoPubDotum"/>
              </a:defRPr>
            </a:pPr>
            <a:r>
              <a:rPr sz="1650" b="0">
                <a:solidFill>
                  <a:srgbClr val="292929"/>
                </a:solidFill>
                <a:latin typeface="KoPubDotum"/>
                <a:ea typeface="KoPubDotum"/>
                <a:cs typeface="KoPubDotum"/>
              </a:rPr>
              <a:t>Hub 아이콘을 눌러</a:t>
            </a:r>
          </a:p>
          <a:p xmlns:a="http://schemas.openxmlformats.org/drawingml/2006/main">
            <a:pPr algn="l">
              <a:lnSpc>
                <a:spcPct val="116000"/>
              </a:lnSpc>
              <a:buNone/>
              <a:defRPr sz="1650" b="0">
                <a:solidFill>
                  <a:srgbClr val="292929"/>
                </a:solidFill>
                <a:latin typeface="KoPubDotum"/>
                <a:ea typeface="KoPubDotum"/>
                <a:cs typeface="KoPubDotum"/>
              </a:defRPr>
            </a:pPr>
            <a:r>
              <a:rPr sz="1650" b="0">
                <a:solidFill>
                  <a:srgbClr val="292929"/>
                </a:solidFill>
                <a:latin typeface="KoPubDotum"/>
                <a:ea typeface="KoPubDotum"/>
                <a:cs typeface="KoPubDotum"/>
              </a:rPr>
              <a:t>연결을 시작합니다.</a:t>
            </a:r>
          </a:p>
        </p:txBody>
      </p:sp>
    </p:spTree>
    <p:extLst>
      <p:ext uri="{BB962C8B-B14F-4D97-AF65-F5344CB8AC3E}">
        <p14:creationId xmlns:p14="http://schemas.microsoft.com/office/powerpoint/2010/main" val="835586165"/>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9" name="Hub 연결 준비">
            <a:extLst xmlns:a="http://schemas.openxmlformats.org/drawingml/2006/main">
              <a:ext uri="{FF2B5EF4-FFF2-40B4-BE49-F238E27FC236}">
                <a16:creationId xmlns:a16="http://schemas.microsoft.com/office/drawing/2014/main" id="{7032D710-F698-4C6C-99F5-886B32DB1E9D}"/>
              </a:ext>
            </a:extLst>
          </p:cNvPr>
          <p:cNvSpPr>
            <a:spLocks xmlns:a="http://schemas.openxmlformats.org/drawingml/2006/main" noGrp="1"/>
          </p:cNvSpPr>
          <p:nvPr/>
        </p:nvSpPr>
        <p:spPr>
          <a:xfrm xmlns:a="http://schemas.openxmlformats.org/drawingml/2006/main">
            <a:off x="476250" y="1428750"/>
            <a:ext cx="9739313"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292929"/>
                </a:solidFill>
                <a:latin typeface="KoPubDotum"/>
                <a:ea typeface="KoPubDotum"/>
                <a:cs typeface="KoPubDotum"/>
              </a:defRPr>
            </a:defPPr>
          </a:lstStyle>
          <a:p xmlns:a="http://schemas.openxmlformats.org/drawingml/2006/main">
            <a:pPr algn="l">
              <a:lnSpc>
                <a:spcPct val="116000"/>
              </a:lnSpc>
              <a:buNone/>
              <a:defRPr sz="1950" b="0">
                <a:solidFill>
                  <a:srgbClr val="292929"/>
                </a:solidFill>
                <a:latin typeface="KoPubDotum"/>
                <a:ea typeface="KoPubDotum"/>
                <a:cs typeface="KoPubDotum"/>
              </a:defRPr>
            </a:pPr>
            <a:r>
              <a:rPr sz="1950" b="0">
                <a:solidFill>
                  <a:srgbClr val="292929"/>
                </a:solidFill>
                <a:latin typeface="KoPubDotum"/>
                <a:ea typeface="KoPubDotum"/>
                <a:cs typeface="KoPubDotum"/>
              </a:rPr>
              <a:t>Hub 연결 준비</a:t>
            </a:r>
          </a:p>
        </p:txBody>
      </p:sp>
      <p:sp>
        <p:nvSpPr>
          <p:cNvPr id="2" name="12">
            <a:extLst xmlns:a="http://schemas.openxmlformats.org/drawingml/2006/main">
              <a:ext uri="{FF2B5EF4-FFF2-40B4-BE49-F238E27FC236}">
                <a16:creationId xmlns:a16="http://schemas.microsoft.com/office/drawing/2014/main" id="{E0994352-0814-4D39-AEF1-08EA97513C24}"/>
              </a:ext>
            </a:extLst>
          </p:cNvPr>
          <p:cNvSpPr>
            <a:spLocks xmlns:a="http://schemas.openxmlformats.org/drawingml/2006/main" noGrp="1"/>
          </p:cNvSpPr>
          <p:nvPr/>
        </p:nvSpPr>
        <p:spPr>
          <a:xfrm xmlns:a="http://schemas.openxmlformats.org/drawingml/2006/main">
            <a:off x="5107782" y="7064375"/>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50" b="0">
                <a:solidFill>
                  <a:srgbClr val="5A554E"/>
                </a:solidFill>
                <a:latin typeface="KoPubDotum"/>
                <a:ea typeface="KoPubDotum"/>
                <a:cs typeface="KoPubDotum"/>
              </a:defRPr>
            </a:defPPr>
          </a:lstStyle>
          <a:p xmlns:a="http://schemas.openxmlformats.org/drawingml/2006/main">
            <a:pPr algn="ctr">
              <a:lnSpc>
                <a:spcPct val="116000"/>
              </a:lnSpc>
              <a:buNone/>
              <a:defRPr sz="1050" b="0">
                <a:solidFill>
                  <a:srgbClr val="5A554E"/>
                </a:solidFill>
                <a:latin typeface="KoPubDotum"/>
                <a:ea typeface="KoPubDotum"/>
                <a:cs typeface="KoPubDotum"/>
              </a:defRPr>
            </a:pPr>
            <a:r>
              <a:rPr sz="1050" b="0">
                <a:solidFill>
                  <a:srgbClr val="5A554E"/>
                </a:solidFill>
                <a:latin typeface="KoPubDotum"/>
                <a:ea typeface="KoPubDotum"/>
                <a:cs typeface="KoPubDotum"/>
              </a:rPr>
              <a:t>12</a:t>
            </a:r>
          </a:p>
        </p:txBody>
      </p:sp>
      <p:sp>
        <p:nvSpPr>
          <p:cNvPr id="3" name="전원 켜기">
            <a:extLst xmlns:a="http://schemas.openxmlformats.org/drawingml/2006/main">
              <a:ext uri="{FF2B5EF4-FFF2-40B4-BE49-F238E27FC236}">
                <a16:creationId xmlns:a16="http://schemas.microsoft.com/office/drawing/2014/main" id="{32F48ED3-827A-46D5-8571-D03172DF0F61}"/>
              </a:ext>
            </a:extLst>
          </p:cNvPr>
          <p:cNvSpPr>
            <a:spLocks xmlns:a="http://schemas.openxmlformats.org/drawingml/2006/main" noGrp="1"/>
          </p:cNvSpPr>
          <p:nvPr/>
        </p:nvSpPr>
        <p:spPr>
          <a:xfrm xmlns:a="http://schemas.openxmlformats.org/drawingml/2006/main">
            <a:off x="523875" y="2047875"/>
            <a:ext cx="9644063" cy="37909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292929"/>
                </a:solidFill>
                <a:latin typeface="KoPubDotum"/>
                <a:ea typeface="KoPubDotum"/>
                <a:cs typeface="KoPubDotum"/>
              </a:defRPr>
            </a:defPPr>
          </a:lstStyle>
          <a:p xmlns:a="http://schemas.openxmlformats.org/drawingml/2006/main">
            <a:pPr algn="l">
              <a:lnSpc>
                <a:spcPct val="116000"/>
              </a:lnSpc>
              <a:buNone/>
              <a:defRPr sz="1950" b="1">
                <a:solidFill>
                  <a:srgbClr val="292929"/>
                </a:solidFill>
                <a:latin typeface="KoPubDotum"/>
                <a:ea typeface="KoPubDotum"/>
                <a:cs typeface="KoPubDotum"/>
              </a:defRPr>
            </a:pPr>
            <a:r>
              <a:rPr sz="1950" b="1">
                <a:solidFill>
                  <a:srgbClr val="292929"/>
                </a:solidFill>
                <a:latin typeface="KoPubDotum"/>
                <a:ea typeface="KoPubDotum"/>
                <a:cs typeface="KoPubDotum"/>
              </a:rPr>
              <a:t>전원 켜기</a:t>
            </a:r>
          </a:p>
        </p:txBody>
      </p:sp>
      <p:sp>
        <p:nvSpPr>
          <p:cNvPr id="4" name="중앙 버튼으로 Hub를 켭니다.&#10;배터리와 케이블 상태를 확">
            <a:extLst xmlns:a="http://schemas.openxmlformats.org/drawingml/2006/main">
              <a:ext uri="{FF2B5EF4-FFF2-40B4-BE49-F238E27FC236}">
                <a16:creationId xmlns:a16="http://schemas.microsoft.com/office/drawing/2014/main" id="{8CF96259-8219-43B3-B695-3A71D4DBACD9}"/>
              </a:ext>
            </a:extLst>
          </p:cNvPr>
          <p:cNvSpPr>
            <a:spLocks xmlns:a="http://schemas.openxmlformats.org/drawingml/2006/main" noGrp="1"/>
          </p:cNvSpPr>
          <p:nvPr/>
        </p:nvSpPr>
        <p:spPr>
          <a:xfrm xmlns:a="http://schemas.openxmlformats.org/drawingml/2006/main">
            <a:off x="523875" y="2484120"/>
            <a:ext cx="9644063" cy="73990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292929"/>
                </a:solidFill>
                <a:latin typeface="KoPubDotum"/>
                <a:ea typeface="KoPubDotum"/>
                <a:cs typeface="KoPubDotum"/>
              </a:defRPr>
            </a:defPPr>
          </a:lstStyle>
          <a:p xmlns:a="http://schemas.openxmlformats.org/drawingml/2006/main">
            <a:pPr algn="l">
              <a:lnSpc>
                <a:spcPct val="116000"/>
              </a:lnSpc>
              <a:buNone/>
              <a:defRPr sz="1950" b="0">
                <a:solidFill>
                  <a:srgbClr val="292929"/>
                </a:solidFill>
                <a:latin typeface="KoPubDotum"/>
                <a:ea typeface="KoPubDotum"/>
                <a:cs typeface="KoPubDotum"/>
              </a:defRPr>
            </a:pPr>
            <a:r>
              <a:rPr sz="1950" b="0">
                <a:solidFill>
                  <a:srgbClr val="292929"/>
                </a:solidFill>
                <a:latin typeface="KoPubDotum"/>
                <a:ea typeface="KoPubDotum"/>
                <a:cs typeface="KoPubDotum"/>
              </a:rPr>
              <a:t>중앙 버튼으로 Hub를 켭니다.</a:t>
            </a:r>
          </a:p>
          <a:p xmlns:a="http://schemas.openxmlformats.org/drawingml/2006/main">
            <a:pPr algn="l">
              <a:lnSpc>
                <a:spcPct val="116000"/>
              </a:lnSpc>
              <a:buNone/>
              <a:defRPr sz="1950" b="0">
                <a:solidFill>
                  <a:srgbClr val="292929"/>
                </a:solidFill>
                <a:latin typeface="KoPubDotum"/>
                <a:ea typeface="KoPubDotum"/>
                <a:cs typeface="KoPubDotum"/>
              </a:defRPr>
            </a:pPr>
            <a:r>
              <a:rPr sz="1950" b="0">
                <a:solidFill>
                  <a:srgbClr val="292929"/>
                </a:solidFill>
                <a:latin typeface="KoPubDotum"/>
                <a:ea typeface="KoPubDotum"/>
                <a:cs typeface="KoPubDotum"/>
              </a:rPr>
              <a:t>배터리와 케이블 상태를 확인합니다.</a:t>
            </a:r>
          </a:p>
        </p:txBody>
      </p:sp>
      <p:sp>
        <p:nvSpPr>
          <p:cNvPr id="5" name="우리 모둠 Hub 찾기">
            <a:extLst xmlns:a="http://schemas.openxmlformats.org/drawingml/2006/main">
              <a:ext uri="{FF2B5EF4-FFF2-40B4-BE49-F238E27FC236}">
                <a16:creationId xmlns:a16="http://schemas.microsoft.com/office/drawing/2014/main" id="{5350EA77-929E-471A-BD54-045A0B788318}"/>
              </a:ext>
            </a:extLst>
          </p:cNvPr>
          <p:cNvSpPr>
            <a:spLocks xmlns:a="http://schemas.openxmlformats.org/drawingml/2006/main" noGrp="1"/>
          </p:cNvSpPr>
          <p:nvPr/>
        </p:nvSpPr>
        <p:spPr>
          <a:xfrm xmlns:a="http://schemas.openxmlformats.org/drawingml/2006/main">
            <a:off x="523875" y="3471672"/>
            <a:ext cx="9644063" cy="37909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292929"/>
                </a:solidFill>
                <a:latin typeface="KoPubDotum"/>
                <a:ea typeface="KoPubDotum"/>
                <a:cs typeface="KoPubDotum"/>
              </a:defRPr>
            </a:defPPr>
          </a:lstStyle>
          <a:p xmlns:a="http://schemas.openxmlformats.org/drawingml/2006/main">
            <a:pPr algn="l">
              <a:lnSpc>
                <a:spcPct val="116000"/>
              </a:lnSpc>
              <a:buNone/>
              <a:defRPr sz="1950" b="1">
                <a:solidFill>
                  <a:srgbClr val="292929"/>
                </a:solidFill>
                <a:latin typeface="KoPubDotum"/>
                <a:ea typeface="KoPubDotum"/>
                <a:cs typeface="KoPubDotum"/>
              </a:defRPr>
            </a:pPr>
            <a:r>
              <a:rPr sz="1950" b="1">
                <a:solidFill>
                  <a:srgbClr val="292929"/>
                </a:solidFill>
                <a:latin typeface="KoPubDotum"/>
                <a:ea typeface="KoPubDotum"/>
                <a:cs typeface="KoPubDotum"/>
              </a:rPr>
              <a:t>우리 모둠 Hub 찾기</a:t>
            </a:r>
          </a:p>
        </p:txBody>
      </p:sp>
      <p:sp>
        <p:nvSpPr>
          <p:cNvPr id="6" name="Hub와 보관함에 같은 이름을 붙입니다.&#10;예: SJ_01,">
            <a:extLst xmlns:a="http://schemas.openxmlformats.org/drawingml/2006/main">
              <a:ext uri="{FF2B5EF4-FFF2-40B4-BE49-F238E27FC236}">
                <a16:creationId xmlns:a16="http://schemas.microsoft.com/office/drawing/2014/main" id="{0A0DDE04-3B27-403B-BCED-4FD28C6102AD}"/>
              </a:ext>
            </a:extLst>
          </p:cNvPr>
          <p:cNvSpPr>
            <a:spLocks xmlns:a="http://schemas.openxmlformats.org/drawingml/2006/main" noGrp="1"/>
          </p:cNvSpPr>
          <p:nvPr/>
        </p:nvSpPr>
        <p:spPr>
          <a:xfrm xmlns:a="http://schemas.openxmlformats.org/drawingml/2006/main">
            <a:off x="523875" y="3907917"/>
            <a:ext cx="9644063" cy="73990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292929"/>
                </a:solidFill>
                <a:latin typeface="KoPubDotum"/>
                <a:ea typeface="KoPubDotum"/>
                <a:cs typeface="KoPubDotum"/>
              </a:defRPr>
            </a:defPPr>
          </a:lstStyle>
          <a:p xmlns:a="http://schemas.openxmlformats.org/drawingml/2006/main">
            <a:pPr algn="l">
              <a:lnSpc>
                <a:spcPct val="116000"/>
              </a:lnSpc>
              <a:buNone/>
              <a:defRPr sz="1950" b="0">
                <a:solidFill>
                  <a:srgbClr val="292929"/>
                </a:solidFill>
                <a:latin typeface="KoPubDotum"/>
                <a:ea typeface="KoPubDotum"/>
                <a:cs typeface="KoPubDotum"/>
              </a:defRPr>
            </a:pPr>
            <a:r>
              <a:rPr sz="1950" b="0">
                <a:solidFill>
                  <a:srgbClr val="292929"/>
                </a:solidFill>
                <a:latin typeface="KoPubDotum"/>
                <a:ea typeface="KoPubDotum"/>
                <a:cs typeface="KoPubDotum"/>
              </a:rPr>
              <a:t>Hub와 보관함에 같은 이름을 붙입니다.</a:t>
            </a:r>
          </a:p>
          <a:p xmlns:a="http://schemas.openxmlformats.org/drawingml/2006/main">
            <a:pPr algn="l">
              <a:lnSpc>
                <a:spcPct val="116000"/>
              </a:lnSpc>
              <a:buNone/>
              <a:defRPr sz="1950" b="0">
                <a:solidFill>
                  <a:srgbClr val="292929"/>
                </a:solidFill>
                <a:latin typeface="KoPubDotum"/>
                <a:ea typeface="KoPubDotum"/>
                <a:cs typeface="KoPubDotum"/>
              </a:defRPr>
            </a:pPr>
            <a:r>
              <a:rPr sz="1950" b="0">
                <a:solidFill>
                  <a:srgbClr val="292929"/>
                </a:solidFill>
                <a:latin typeface="KoPubDotum"/>
                <a:ea typeface="KoPubDotum"/>
                <a:cs typeface="KoPubDotum"/>
              </a:rPr>
              <a:t>예: SJ_01, SJ_02</a:t>
            </a:r>
          </a:p>
        </p:txBody>
      </p:sp>
      <p:sp>
        <p:nvSpPr>
          <p:cNvPr id="7" name="연결 방법">
            <a:extLst xmlns:a="http://schemas.openxmlformats.org/drawingml/2006/main">
              <a:ext uri="{FF2B5EF4-FFF2-40B4-BE49-F238E27FC236}">
                <a16:creationId xmlns:a16="http://schemas.microsoft.com/office/drawing/2014/main" id="{E74E5B7E-73CF-414D-8720-1AE1F2BACAE7}"/>
              </a:ext>
            </a:extLst>
          </p:cNvPr>
          <p:cNvSpPr>
            <a:spLocks xmlns:a="http://schemas.openxmlformats.org/drawingml/2006/main" noGrp="1"/>
          </p:cNvSpPr>
          <p:nvPr/>
        </p:nvSpPr>
        <p:spPr>
          <a:xfrm xmlns:a="http://schemas.openxmlformats.org/drawingml/2006/main">
            <a:off x="523875" y="4895469"/>
            <a:ext cx="9644063" cy="37909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292929"/>
                </a:solidFill>
                <a:latin typeface="KoPubDotum"/>
                <a:ea typeface="KoPubDotum"/>
                <a:cs typeface="KoPubDotum"/>
              </a:defRPr>
            </a:defPPr>
          </a:lstStyle>
          <a:p xmlns:a="http://schemas.openxmlformats.org/drawingml/2006/main">
            <a:pPr algn="l">
              <a:lnSpc>
                <a:spcPct val="116000"/>
              </a:lnSpc>
              <a:buNone/>
              <a:defRPr sz="1950" b="1">
                <a:solidFill>
                  <a:srgbClr val="292929"/>
                </a:solidFill>
                <a:latin typeface="KoPubDotum"/>
                <a:ea typeface="KoPubDotum"/>
                <a:cs typeface="KoPubDotum"/>
              </a:defRPr>
            </a:pPr>
            <a:r>
              <a:rPr sz="1950" b="1">
                <a:solidFill>
                  <a:srgbClr val="292929"/>
                </a:solidFill>
                <a:latin typeface="KoPubDotum"/>
                <a:ea typeface="KoPubDotum"/>
                <a:cs typeface="KoPubDotum"/>
              </a:rPr>
              <a:t>연결 방법</a:t>
            </a:r>
          </a:p>
        </p:txBody>
      </p:sp>
      <p:sp>
        <p:nvSpPr>
          <p:cNvPr id="8" name="노트북 실습에는 데이터 전송 USB 케이블을 준비합니다.&#10;">
            <a:extLst xmlns:a="http://schemas.openxmlformats.org/drawingml/2006/main">
              <a:ext uri="{FF2B5EF4-FFF2-40B4-BE49-F238E27FC236}">
                <a16:creationId xmlns:a16="http://schemas.microsoft.com/office/drawing/2014/main" id="{DD994C97-2662-45E2-B628-93CF39DD38B8}"/>
              </a:ext>
            </a:extLst>
          </p:cNvPr>
          <p:cNvSpPr>
            <a:spLocks xmlns:a="http://schemas.openxmlformats.org/drawingml/2006/main" noGrp="1"/>
          </p:cNvSpPr>
          <p:nvPr/>
        </p:nvSpPr>
        <p:spPr>
          <a:xfrm xmlns:a="http://schemas.openxmlformats.org/drawingml/2006/main">
            <a:off x="523875" y="5331714"/>
            <a:ext cx="9644063" cy="73990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292929"/>
                </a:solidFill>
                <a:latin typeface="KoPubDotum"/>
                <a:ea typeface="KoPubDotum"/>
                <a:cs typeface="KoPubDotum"/>
              </a:defRPr>
            </a:defPPr>
          </a:lstStyle>
          <a:p xmlns:a="http://schemas.openxmlformats.org/drawingml/2006/main">
            <a:pPr algn="l">
              <a:lnSpc>
                <a:spcPct val="116000"/>
              </a:lnSpc>
              <a:buNone/>
              <a:defRPr sz="1950" b="0">
                <a:solidFill>
                  <a:srgbClr val="292929"/>
                </a:solidFill>
                <a:latin typeface="KoPubDotum"/>
                <a:ea typeface="KoPubDotum"/>
                <a:cs typeface="KoPubDotum"/>
              </a:defRPr>
            </a:pPr>
            <a:r>
              <a:rPr sz="1950" b="0">
                <a:solidFill>
                  <a:srgbClr val="292929"/>
                </a:solidFill>
                <a:latin typeface="KoPubDotum"/>
                <a:ea typeface="KoPubDotum"/>
                <a:cs typeface="KoPubDotum"/>
              </a:rPr>
              <a:t>노트북 실습에는 데이터 전송 USB 케이블을 준비합니다.</a:t>
            </a:r>
          </a:p>
          <a:p xmlns:a="http://schemas.openxmlformats.org/drawingml/2006/main">
            <a:pPr algn="l">
              <a:lnSpc>
                <a:spcPct val="116000"/>
              </a:lnSpc>
              <a:buNone/>
              <a:defRPr sz="1950" b="0">
                <a:solidFill>
                  <a:srgbClr val="292929"/>
                </a:solidFill>
                <a:latin typeface="KoPubDotum"/>
                <a:ea typeface="KoPubDotum"/>
                <a:cs typeface="KoPubDotum"/>
              </a:defRPr>
            </a:pPr>
            <a:r>
              <a:rPr sz="1950" b="0">
                <a:solidFill>
                  <a:srgbClr val="292929"/>
                </a:solidFill>
                <a:latin typeface="KoPubDotum"/>
                <a:ea typeface="KoPubDotum"/>
                <a:cs typeface="KoPubDotum"/>
              </a:rPr>
              <a:t>Bluetooth를 쓸 때는 기기와 앱의 지원 여부를 먼저 봅니다.</a:t>
            </a:r>
          </a:p>
        </p:txBody>
      </p:sp>
    </p:spTree>
    <p:extLst>
      <p:ext uri="{BB962C8B-B14F-4D97-AF65-F5344CB8AC3E}">
        <p14:creationId xmlns:p14="http://schemas.microsoft.com/office/powerpoint/2010/main" val="398843544"/>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9" name="USB 연결">
            <a:extLst xmlns:a="http://schemas.openxmlformats.org/drawingml/2006/main">
              <a:ext uri="{FF2B5EF4-FFF2-40B4-BE49-F238E27FC236}">
                <a16:creationId xmlns:a16="http://schemas.microsoft.com/office/drawing/2014/main" id="{2FC92268-66F4-4811-A8DB-54E2FE8E2D15}"/>
              </a:ext>
            </a:extLst>
          </p:cNvPr>
          <p:cNvSpPr>
            <a:spLocks xmlns:a="http://schemas.openxmlformats.org/drawingml/2006/main" noGrp="1"/>
          </p:cNvSpPr>
          <p:nvPr/>
        </p:nvSpPr>
        <p:spPr>
          <a:xfrm xmlns:a="http://schemas.openxmlformats.org/drawingml/2006/main">
            <a:off x="476250" y="1428750"/>
            <a:ext cx="9739313"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292929"/>
                </a:solidFill>
                <a:latin typeface="KoPubDotum"/>
                <a:ea typeface="KoPubDotum"/>
                <a:cs typeface="KoPubDotum"/>
              </a:defRPr>
            </a:defPPr>
          </a:lstStyle>
          <a:p xmlns:a="http://schemas.openxmlformats.org/drawingml/2006/main">
            <a:pPr algn="l">
              <a:lnSpc>
                <a:spcPct val="116000"/>
              </a:lnSpc>
              <a:buNone/>
              <a:defRPr sz="1950" b="0">
                <a:solidFill>
                  <a:srgbClr val="292929"/>
                </a:solidFill>
                <a:latin typeface="KoPubDotum"/>
                <a:ea typeface="KoPubDotum"/>
                <a:cs typeface="KoPubDotum"/>
              </a:defRPr>
            </a:pPr>
            <a:r>
              <a:rPr sz="1950" b="0">
                <a:solidFill>
                  <a:srgbClr val="292929"/>
                </a:solidFill>
                <a:latin typeface="KoPubDotum"/>
                <a:ea typeface="KoPubDotum"/>
                <a:cs typeface="KoPubDotum"/>
              </a:rPr>
              <a:t>USB 연결</a:t>
            </a:r>
          </a:p>
        </p:txBody>
      </p:sp>
      <p:sp>
        <p:nvSpPr>
          <p:cNvPr id="2" name="13">
            <a:extLst xmlns:a="http://schemas.openxmlformats.org/drawingml/2006/main">
              <a:ext uri="{FF2B5EF4-FFF2-40B4-BE49-F238E27FC236}">
                <a16:creationId xmlns:a16="http://schemas.microsoft.com/office/drawing/2014/main" id="{408E53B0-A579-43B9-9BB9-41B04C37A6C4}"/>
              </a:ext>
            </a:extLst>
          </p:cNvPr>
          <p:cNvSpPr>
            <a:spLocks xmlns:a="http://schemas.openxmlformats.org/drawingml/2006/main" noGrp="1"/>
          </p:cNvSpPr>
          <p:nvPr/>
        </p:nvSpPr>
        <p:spPr>
          <a:xfrm xmlns:a="http://schemas.openxmlformats.org/drawingml/2006/main">
            <a:off x="5107782" y="7064375"/>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50" b="0">
                <a:solidFill>
                  <a:srgbClr val="5A554E"/>
                </a:solidFill>
                <a:latin typeface="KoPubDotum"/>
                <a:ea typeface="KoPubDotum"/>
                <a:cs typeface="KoPubDotum"/>
              </a:defRPr>
            </a:defPPr>
          </a:lstStyle>
          <a:p xmlns:a="http://schemas.openxmlformats.org/drawingml/2006/main">
            <a:pPr algn="ctr">
              <a:lnSpc>
                <a:spcPct val="116000"/>
              </a:lnSpc>
              <a:buNone/>
              <a:defRPr sz="1050" b="0">
                <a:solidFill>
                  <a:srgbClr val="5A554E"/>
                </a:solidFill>
                <a:latin typeface="KoPubDotum"/>
                <a:ea typeface="KoPubDotum"/>
                <a:cs typeface="KoPubDotum"/>
              </a:defRPr>
            </a:pPr>
            <a:r>
              <a:rPr sz="1050" b="0">
                <a:solidFill>
                  <a:srgbClr val="5A554E"/>
                </a:solidFill>
                <a:latin typeface="KoPubDotum"/>
                <a:ea typeface="KoPubDotum"/>
                <a:cs typeface="KoPubDotum"/>
              </a:rPr>
              <a:t>13</a:t>
            </a:r>
          </a:p>
        </p:txBody>
      </p:sp>
      <p:sp>
        <p:nvSpPr>
          <p:cNvPr id="3" name="① 케이블 꽂기">
            <a:extLst xmlns:a="http://schemas.openxmlformats.org/drawingml/2006/main">
              <a:ext uri="{FF2B5EF4-FFF2-40B4-BE49-F238E27FC236}">
                <a16:creationId xmlns:a16="http://schemas.microsoft.com/office/drawing/2014/main" id="{70FB5F07-B103-48C7-957A-E54F57D528BA}"/>
              </a:ext>
            </a:extLst>
          </p:cNvPr>
          <p:cNvSpPr>
            <a:spLocks xmlns:a="http://schemas.openxmlformats.org/drawingml/2006/main" noGrp="1"/>
          </p:cNvSpPr>
          <p:nvPr/>
        </p:nvSpPr>
        <p:spPr>
          <a:xfrm xmlns:a="http://schemas.openxmlformats.org/drawingml/2006/main">
            <a:off x="523875" y="2047875"/>
            <a:ext cx="9644063" cy="37909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292929"/>
                </a:solidFill>
                <a:latin typeface="KoPubDotum"/>
                <a:ea typeface="KoPubDotum"/>
                <a:cs typeface="KoPubDotum"/>
              </a:defRPr>
            </a:defPPr>
          </a:lstStyle>
          <a:p xmlns:a="http://schemas.openxmlformats.org/drawingml/2006/main">
            <a:pPr algn="l">
              <a:lnSpc>
                <a:spcPct val="116000"/>
              </a:lnSpc>
              <a:buNone/>
              <a:defRPr sz="1950" b="1">
                <a:solidFill>
                  <a:srgbClr val="292929"/>
                </a:solidFill>
                <a:latin typeface="KoPubDotum"/>
                <a:ea typeface="KoPubDotum"/>
                <a:cs typeface="KoPubDotum"/>
              </a:defRPr>
            </a:pPr>
            <a:r>
              <a:rPr sz="1950" b="1">
                <a:solidFill>
                  <a:srgbClr val="292929"/>
                </a:solidFill>
                <a:latin typeface="KoPubDotum"/>
                <a:ea typeface="KoPubDotum"/>
                <a:cs typeface="KoPubDotum"/>
              </a:rPr>
              <a:t>① 케이블 꽂기</a:t>
            </a:r>
          </a:p>
        </p:txBody>
      </p:sp>
      <p:sp>
        <p:nvSpPr>
          <p:cNvPr id="4" name="Hub와 노트북을 데이터 전송 USB 케이블로 연결합니다.">
            <a:extLst xmlns:a="http://schemas.openxmlformats.org/drawingml/2006/main">
              <a:ext uri="{FF2B5EF4-FFF2-40B4-BE49-F238E27FC236}">
                <a16:creationId xmlns:a16="http://schemas.microsoft.com/office/drawing/2014/main" id="{7518E15D-58D4-47CB-8A66-B636BB424F26}"/>
              </a:ext>
            </a:extLst>
          </p:cNvPr>
          <p:cNvSpPr>
            <a:spLocks xmlns:a="http://schemas.openxmlformats.org/drawingml/2006/main" noGrp="1"/>
          </p:cNvSpPr>
          <p:nvPr/>
        </p:nvSpPr>
        <p:spPr>
          <a:xfrm xmlns:a="http://schemas.openxmlformats.org/drawingml/2006/main">
            <a:off x="523875" y="2484120"/>
            <a:ext cx="9644063" cy="73990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292929"/>
                </a:solidFill>
                <a:latin typeface="KoPubDotum"/>
                <a:ea typeface="KoPubDotum"/>
                <a:cs typeface="KoPubDotum"/>
              </a:defRPr>
            </a:defPPr>
          </a:lstStyle>
          <a:p xmlns:a="http://schemas.openxmlformats.org/drawingml/2006/main">
            <a:pPr algn="l">
              <a:lnSpc>
                <a:spcPct val="116000"/>
              </a:lnSpc>
              <a:buNone/>
              <a:defRPr sz="1950" b="0">
                <a:solidFill>
                  <a:srgbClr val="292929"/>
                </a:solidFill>
                <a:latin typeface="KoPubDotum"/>
                <a:ea typeface="KoPubDotum"/>
                <a:cs typeface="KoPubDotum"/>
              </a:defRPr>
            </a:pPr>
            <a:r>
              <a:rPr sz="1950" b="0">
                <a:solidFill>
                  <a:srgbClr val="292929"/>
                </a:solidFill>
                <a:latin typeface="KoPubDotum"/>
                <a:ea typeface="KoPubDotum"/>
                <a:cs typeface="KoPubDotum"/>
              </a:rPr>
              <a:t>Hub와 노트북을 데이터 전송 USB 케이블로 연결합니다.</a:t>
            </a:r>
          </a:p>
          <a:p xmlns:a="http://schemas.openxmlformats.org/drawingml/2006/main">
            <a:pPr algn="l">
              <a:lnSpc>
                <a:spcPct val="116000"/>
              </a:lnSpc>
              <a:buNone/>
              <a:defRPr sz="1950" b="0">
                <a:solidFill>
                  <a:srgbClr val="292929"/>
                </a:solidFill>
                <a:latin typeface="KoPubDotum"/>
                <a:ea typeface="KoPubDotum"/>
                <a:cs typeface="KoPubDotum"/>
              </a:defRPr>
            </a:pPr>
            <a:r>
              <a:rPr sz="1950" b="0">
                <a:solidFill>
                  <a:srgbClr val="292929"/>
                </a:solidFill>
                <a:latin typeface="KoPubDotum"/>
                <a:ea typeface="KoPubDotum"/>
                <a:cs typeface="KoPubDotum"/>
              </a:rPr>
              <a:t>충전 전용 케이블은 충전이 되어도 통신하지 못할 수 있습니다.</a:t>
            </a:r>
          </a:p>
        </p:txBody>
      </p:sp>
      <p:sp>
        <p:nvSpPr>
          <p:cNvPr id="5" name="② 장치 선택">
            <a:extLst xmlns:a="http://schemas.openxmlformats.org/drawingml/2006/main">
              <a:ext uri="{FF2B5EF4-FFF2-40B4-BE49-F238E27FC236}">
                <a16:creationId xmlns:a16="http://schemas.microsoft.com/office/drawing/2014/main" id="{771E6B2E-265C-4A6A-9937-BB3D7C72E942}"/>
              </a:ext>
            </a:extLst>
          </p:cNvPr>
          <p:cNvSpPr>
            <a:spLocks xmlns:a="http://schemas.openxmlformats.org/drawingml/2006/main" noGrp="1"/>
          </p:cNvSpPr>
          <p:nvPr/>
        </p:nvSpPr>
        <p:spPr>
          <a:xfrm xmlns:a="http://schemas.openxmlformats.org/drawingml/2006/main">
            <a:off x="523875" y="3471672"/>
            <a:ext cx="9644063" cy="37909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292929"/>
                </a:solidFill>
                <a:latin typeface="KoPubDotum"/>
                <a:ea typeface="KoPubDotum"/>
                <a:cs typeface="KoPubDotum"/>
              </a:defRPr>
            </a:defPPr>
          </a:lstStyle>
          <a:p xmlns:a="http://schemas.openxmlformats.org/drawingml/2006/main">
            <a:pPr algn="l">
              <a:lnSpc>
                <a:spcPct val="116000"/>
              </a:lnSpc>
              <a:buNone/>
              <a:defRPr sz="1950" b="1">
                <a:solidFill>
                  <a:srgbClr val="292929"/>
                </a:solidFill>
                <a:latin typeface="KoPubDotum"/>
                <a:ea typeface="KoPubDotum"/>
                <a:cs typeface="KoPubDotum"/>
              </a:defRPr>
            </a:pPr>
            <a:r>
              <a:rPr sz="1950" b="1">
                <a:solidFill>
                  <a:srgbClr val="292929"/>
                </a:solidFill>
                <a:latin typeface="KoPubDotum"/>
                <a:ea typeface="KoPubDotum"/>
                <a:cs typeface="KoPubDotum"/>
              </a:rPr>
              <a:t>② 장치 선택</a:t>
            </a:r>
          </a:p>
        </p:txBody>
      </p:sp>
      <p:sp>
        <p:nvSpPr>
          <p:cNvPr id="6" name="프로젝트의 Hub 연결 창에서 USB를 선택합니다.&#10;장치 ">
            <a:extLst xmlns:a="http://schemas.openxmlformats.org/drawingml/2006/main">
              <a:ext uri="{FF2B5EF4-FFF2-40B4-BE49-F238E27FC236}">
                <a16:creationId xmlns:a16="http://schemas.microsoft.com/office/drawing/2014/main" id="{0B729F2E-B000-4723-8864-E7CAA0B3BCCB}"/>
              </a:ext>
            </a:extLst>
          </p:cNvPr>
          <p:cNvSpPr>
            <a:spLocks xmlns:a="http://schemas.openxmlformats.org/drawingml/2006/main" noGrp="1"/>
          </p:cNvSpPr>
          <p:nvPr/>
        </p:nvSpPr>
        <p:spPr>
          <a:xfrm xmlns:a="http://schemas.openxmlformats.org/drawingml/2006/main">
            <a:off x="523875" y="3907917"/>
            <a:ext cx="9644063" cy="73990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292929"/>
                </a:solidFill>
                <a:latin typeface="KoPubDotum"/>
                <a:ea typeface="KoPubDotum"/>
                <a:cs typeface="KoPubDotum"/>
              </a:defRPr>
            </a:defPPr>
          </a:lstStyle>
          <a:p xmlns:a="http://schemas.openxmlformats.org/drawingml/2006/main">
            <a:pPr algn="l">
              <a:lnSpc>
                <a:spcPct val="116000"/>
              </a:lnSpc>
              <a:buNone/>
              <a:defRPr sz="1950" b="0">
                <a:solidFill>
                  <a:srgbClr val="292929"/>
                </a:solidFill>
                <a:latin typeface="KoPubDotum"/>
                <a:ea typeface="KoPubDotum"/>
                <a:cs typeface="KoPubDotum"/>
              </a:defRPr>
            </a:pPr>
            <a:r>
              <a:rPr sz="1950" b="0">
                <a:solidFill>
                  <a:srgbClr val="292929"/>
                </a:solidFill>
                <a:latin typeface="KoPubDotum"/>
                <a:ea typeface="KoPubDotum"/>
                <a:cs typeface="KoPubDotum"/>
              </a:rPr>
              <a:t>프로젝트의 Hub 연결 창에서 USB를 선택합니다.</a:t>
            </a:r>
          </a:p>
          <a:p xmlns:a="http://schemas.openxmlformats.org/drawingml/2006/main">
            <a:pPr algn="l">
              <a:lnSpc>
                <a:spcPct val="116000"/>
              </a:lnSpc>
              <a:buNone/>
              <a:defRPr sz="1950" b="0">
                <a:solidFill>
                  <a:srgbClr val="292929"/>
                </a:solidFill>
                <a:latin typeface="KoPubDotum"/>
                <a:ea typeface="KoPubDotum"/>
                <a:cs typeface="KoPubDotum"/>
              </a:defRPr>
            </a:pPr>
            <a:r>
              <a:rPr sz="1950" b="0">
                <a:solidFill>
                  <a:srgbClr val="292929"/>
                </a:solidFill>
                <a:latin typeface="KoPubDotum"/>
                <a:ea typeface="KoPubDotum"/>
                <a:cs typeface="KoPubDotum"/>
              </a:rPr>
              <a:t>장치 목록이 나오면 우리 Hub를 고릅니다.</a:t>
            </a:r>
          </a:p>
        </p:txBody>
      </p:sp>
      <p:sp>
        <p:nvSpPr>
          <p:cNvPr id="7" name="③ 연결 시험">
            <a:extLst xmlns:a="http://schemas.openxmlformats.org/drawingml/2006/main">
              <a:ext uri="{FF2B5EF4-FFF2-40B4-BE49-F238E27FC236}">
                <a16:creationId xmlns:a16="http://schemas.microsoft.com/office/drawing/2014/main" id="{897EC44A-F287-4CBE-A1EA-E9FEE02EEF2C}"/>
              </a:ext>
            </a:extLst>
          </p:cNvPr>
          <p:cNvSpPr>
            <a:spLocks xmlns:a="http://schemas.openxmlformats.org/drawingml/2006/main" noGrp="1"/>
          </p:cNvSpPr>
          <p:nvPr/>
        </p:nvSpPr>
        <p:spPr>
          <a:xfrm xmlns:a="http://schemas.openxmlformats.org/drawingml/2006/main">
            <a:off x="523875" y="4895469"/>
            <a:ext cx="9644063" cy="37909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292929"/>
                </a:solidFill>
                <a:latin typeface="KoPubDotum"/>
                <a:ea typeface="KoPubDotum"/>
                <a:cs typeface="KoPubDotum"/>
              </a:defRPr>
            </a:defPPr>
          </a:lstStyle>
          <a:p xmlns:a="http://schemas.openxmlformats.org/drawingml/2006/main">
            <a:pPr algn="l">
              <a:lnSpc>
                <a:spcPct val="116000"/>
              </a:lnSpc>
              <a:buNone/>
              <a:defRPr sz="1950" b="1">
                <a:solidFill>
                  <a:srgbClr val="292929"/>
                </a:solidFill>
                <a:latin typeface="KoPubDotum"/>
                <a:ea typeface="KoPubDotum"/>
                <a:cs typeface="KoPubDotum"/>
              </a:defRPr>
            </a:pPr>
            <a:r>
              <a:rPr sz="1950" b="1">
                <a:solidFill>
                  <a:srgbClr val="292929"/>
                </a:solidFill>
                <a:latin typeface="KoPubDotum"/>
                <a:ea typeface="KoPubDotum"/>
                <a:cs typeface="KoPubDotum"/>
              </a:rPr>
              <a:t>③ 연결 시험</a:t>
            </a:r>
          </a:p>
        </p:txBody>
      </p:sp>
      <p:sp>
        <p:nvSpPr>
          <p:cNvPr id="8" name="센서 앞의 물체를 옮겨 표시값이 바뀌는지 봅니다.&#10;바퀴를 ">
            <a:extLst xmlns:a="http://schemas.openxmlformats.org/drawingml/2006/main">
              <a:ext uri="{FF2B5EF4-FFF2-40B4-BE49-F238E27FC236}">
                <a16:creationId xmlns:a16="http://schemas.microsoft.com/office/drawing/2014/main" id="{E4D85D5D-45B8-4E6E-9B60-A5BA86272F8D}"/>
              </a:ext>
            </a:extLst>
          </p:cNvPr>
          <p:cNvSpPr>
            <a:spLocks xmlns:a="http://schemas.openxmlformats.org/drawingml/2006/main" noGrp="1"/>
          </p:cNvSpPr>
          <p:nvPr/>
        </p:nvSpPr>
        <p:spPr>
          <a:xfrm xmlns:a="http://schemas.openxmlformats.org/drawingml/2006/main">
            <a:off x="523875" y="5331714"/>
            <a:ext cx="9644063" cy="73990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292929"/>
                </a:solidFill>
                <a:latin typeface="KoPubDotum"/>
                <a:ea typeface="KoPubDotum"/>
                <a:cs typeface="KoPubDotum"/>
              </a:defRPr>
            </a:defPPr>
          </a:lstStyle>
          <a:p xmlns:a="http://schemas.openxmlformats.org/drawingml/2006/main">
            <a:pPr algn="l">
              <a:lnSpc>
                <a:spcPct val="116000"/>
              </a:lnSpc>
              <a:buNone/>
              <a:defRPr sz="1950" b="0">
                <a:solidFill>
                  <a:srgbClr val="292929"/>
                </a:solidFill>
                <a:latin typeface="KoPubDotum"/>
                <a:ea typeface="KoPubDotum"/>
                <a:cs typeface="KoPubDotum"/>
              </a:defRPr>
            </a:pPr>
            <a:r>
              <a:rPr sz="1950" b="0">
                <a:solidFill>
                  <a:srgbClr val="292929"/>
                </a:solidFill>
                <a:latin typeface="KoPubDotum"/>
                <a:ea typeface="KoPubDotum"/>
                <a:cs typeface="KoPubDotum"/>
              </a:rPr>
              <a:t>센서 앞의 물체를 옮겨 표시값이 바뀌는지 봅니다.</a:t>
            </a:r>
          </a:p>
          <a:p xmlns:a="http://schemas.openxmlformats.org/drawingml/2006/main">
            <a:pPr algn="l">
              <a:lnSpc>
                <a:spcPct val="116000"/>
              </a:lnSpc>
              <a:buNone/>
              <a:defRPr sz="1950" b="0">
                <a:solidFill>
                  <a:srgbClr val="292929"/>
                </a:solidFill>
                <a:latin typeface="KoPubDotum"/>
                <a:ea typeface="KoPubDotum"/>
                <a:cs typeface="KoPubDotum"/>
              </a:defRPr>
            </a:pPr>
            <a:r>
              <a:rPr sz="1950" b="0">
                <a:solidFill>
                  <a:srgbClr val="292929"/>
                </a:solidFill>
                <a:latin typeface="KoPubDotum"/>
                <a:ea typeface="KoPubDotum"/>
                <a:cs typeface="KoPubDotum"/>
              </a:rPr>
              <a:t>바퀴를 들어 올린 뒤 모터를 짧게 돌려 봅니다.</a:t>
            </a:r>
          </a:p>
        </p:txBody>
      </p:sp>
    </p:spTree>
    <p:extLst>
      <p:ext uri="{BB962C8B-B14F-4D97-AF65-F5344CB8AC3E}">
        <p14:creationId xmlns:p14="http://schemas.microsoft.com/office/powerpoint/2010/main" val="1945196459"/>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8" name="USB 연결 안내 화면">
            <a:extLst xmlns:a="http://schemas.openxmlformats.org/drawingml/2006/main">
              <a:ext uri="{FF2B5EF4-FFF2-40B4-BE49-F238E27FC236}">
                <a16:creationId xmlns:a16="http://schemas.microsoft.com/office/drawing/2014/main" id="{4D5F1A70-0470-4742-AF59-DCCB56EEF59C}"/>
              </a:ext>
            </a:extLst>
          </p:cNvPr>
          <p:cNvSpPr>
            <a:spLocks xmlns:a="http://schemas.openxmlformats.org/drawingml/2006/main" noGrp="1"/>
          </p:cNvSpPr>
          <p:nvPr/>
        </p:nvSpPr>
        <p:spPr>
          <a:xfrm xmlns:a="http://schemas.openxmlformats.org/drawingml/2006/main">
            <a:off x="476250" y="1428750"/>
            <a:ext cx="9739313"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292929"/>
                </a:solidFill>
                <a:latin typeface="KoPubDotum"/>
                <a:ea typeface="KoPubDotum"/>
                <a:cs typeface="KoPubDotum"/>
              </a:defRPr>
            </a:defPPr>
          </a:lstStyle>
          <a:p xmlns:a="http://schemas.openxmlformats.org/drawingml/2006/main">
            <a:pPr algn="l">
              <a:lnSpc>
                <a:spcPct val="116000"/>
              </a:lnSpc>
              <a:buNone/>
              <a:defRPr sz="1950" b="0">
                <a:solidFill>
                  <a:srgbClr val="292929"/>
                </a:solidFill>
                <a:latin typeface="KoPubDotum"/>
                <a:ea typeface="KoPubDotum"/>
                <a:cs typeface="KoPubDotum"/>
              </a:defRPr>
            </a:pPr>
            <a:r>
              <a:rPr sz="1950" b="0">
                <a:solidFill>
                  <a:srgbClr val="292929"/>
                </a:solidFill>
                <a:latin typeface="KoPubDotum"/>
                <a:ea typeface="KoPubDotum"/>
                <a:cs typeface="KoPubDotum"/>
              </a:rPr>
              <a:t>USB 연결 안내 화면</a:t>
            </a:r>
          </a:p>
        </p:txBody>
      </p:sp>
      <p:sp>
        <p:nvSpPr>
          <p:cNvPr id="2" name="14">
            <a:extLst xmlns:a="http://schemas.openxmlformats.org/drawingml/2006/main">
              <a:ext uri="{FF2B5EF4-FFF2-40B4-BE49-F238E27FC236}">
                <a16:creationId xmlns:a16="http://schemas.microsoft.com/office/drawing/2014/main" id="{B8F83840-2678-4673-B9E1-A306F41E2DF8}"/>
              </a:ext>
            </a:extLst>
          </p:cNvPr>
          <p:cNvSpPr>
            <a:spLocks xmlns:a="http://schemas.openxmlformats.org/drawingml/2006/main" noGrp="1"/>
          </p:cNvSpPr>
          <p:nvPr/>
        </p:nvSpPr>
        <p:spPr>
          <a:xfrm xmlns:a="http://schemas.openxmlformats.org/drawingml/2006/main">
            <a:off x="5107782" y="7064375"/>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50" b="0">
                <a:solidFill>
                  <a:srgbClr val="5A554E"/>
                </a:solidFill>
                <a:latin typeface="KoPubDotum"/>
                <a:ea typeface="KoPubDotum"/>
                <a:cs typeface="KoPubDotum"/>
              </a:defRPr>
            </a:defPPr>
          </a:lstStyle>
          <a:p xmlns:a="http://schemas.openxmlformats.org/drawingml/2006/main">
            <a:pPr algn="ctr">
              <a:lnSpc>
                <a:spcPct val="116000"/>
              </a:lnSpc>
              <a:buNone/>
              <a:defRPr sz="1050" b="0">
                <a:solidFill>
                  <a:srgbClr val="5A554E"/>
                </a:solidFill>
                <a:latin typeface="KoPubDotum"/>
                <a:ea typeface="KoPubDotum"/>
                <a:cs typeface="KoPubDotum"/>
              </a:defRPr>
            </a:pPr>
            <a:r>
              <a:rPr sz="1050" b="0">
                <a:solidFill>
                  <a:srgbClr val="5A554E"/>
                </a:solidFill>
                <a:latin typeface="KoPubDotum"/>
                <a:ea typeface="KoPubDotum"/>
                <a:cs typeface="KoPubDotum"/>
              </a:rPr>
              <a:t>14</a:t>
            </a:r>
          </a:p>
        </p:txBody>
      </p:sp>
      <p:pic>
        <p:nvPicPr>
          <p:cNvPr id="3" name="">
            <a:extLst xmlns:a="http://schemas.openxmlformats.org/drawingml/2006/main">
              <a:ext uri="{FF2B5EF4-FFF2-40B4-BE49-F238E27FC236}">
                <a16:creationId xmlns:a16="http://schemas.microsoft.com/office/drawing/2014/main" id="{CDAAF602-79FC-4279-9387-079B76779F5B}"/>
              </a:ext>
            </a:extLst>
          </p:cNvPr>
          <p:cNvPicPr>
            <a:picLocks xmlns:a="http://schemas.openxmlformats.org/drawingml/2006/main" noChangeAspect="1"/>
          </p:cNvPicPr>
          <p:nvPr/>
        </p:nvPicPr>
        <p:blipFill>
          <a:blip xmlns:r="http://schemas.openxmlformats.org/officeDocument/2006/relationships" xmlns:a="http://schemas.openxmlformats.org/drawingml/2006/main" r:embed="R4752a39640124a89"/>
          <a:stretch xmlns:a="http://schemas.openxmlformats.org/drawingml/2006/main"/>
        </p:blipFill>
        <p:spPr>
          <a:xfrm xmlns:a="http://schemas.openxmlformats.org/drawingml/2006/main">
            <a:off x="476250" y="2047875"/>
            <a:ext cx="7524750" cy="4702969"/>
          </a:xfrm>
          <a:prstGeom xmlns:a="http://schemas.openxmlformats.org/drawingml/2006/main" prst="rect">
            <a:avLst/>
          </a:prstGeom>
        </p:spPr>
      </p:pic>
      <p:sp>
        <p:nvSpPr>
          <p:cNvPr id="4" name="연결 준비">
            <a:extLst xmlns:a="http://schemas.openxmlformats.org/drawingml/2006/main">
              <a:ext uri="{FF2B5EF4-FFF2-40B4-BE49-F238E27FC236}">
                <a16:creationId xmlns:a16="http://schemas.microsoft.com/office/drawing/2014/main" id="{D9DB6A86-3F33-43D1-B1FC-718F434DAB96}"/>
              </a:ext>
            </a:extLst>
          </p:cNvPr>
          <p:cNvSpPr>
            <a:spLocks xmlns:a="http://schemas.openxmlformats.org/drawingml/2006/main" noGrp="1"/>
          </p:cNvSpPr>
          <p:nvPr/>
        </p:nvSpPr>
        <p:spPr>
          <a:xfrm xmlns:a="http://schemas.openxmlformats.org/drawingml/2006/main">
            <a:off x="8239125" y="2190750"/>
            <a:ext cx="1976438" cy="3295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292929"/>
                </a:solidFill>
                <a:latin typeface="KoPubDotum"/>
                <a:ea typeface="KoPubDotum"/>
                <a:cs typeface="KoPubDotum"/>
              </a:defRPr>
            </a:defPPr>
          </a:lstStyle>
          <a:p xmlns:a="http://schemas.openxmlformats.org/drawingml/2006/main">
            <a:pPr algn="l">
              <a:lnSpc>
                <a:spcPct val="116000"/>
              </a:lnSpc>
              <a:buNone/>
              <a:defRPr sz="1650" b="1">
                <a:solidFill>
                  <a:srgbClr val="292929"/>
                </a:solidFill>
                <a:latin typeface="KoPubDotum"/>
                <a:ea typeface="KoPubDotum"/>
                <a:cs typeface="KoPubDotum"/>
              </a:defRPr>
            </a:pPr>
            <a:r>
              <a:rPr sz="1650" b="1">
                <a:solidFill>
                  <a:srgbClr val="292929"/>
                </a:solidFill>
                <a:latin typeface="KoPubDotum"/>
                <a:ea typeface="KoPubDotum"/>
                <a:cs typeface="KoPubDotum"/>
              </a:rPr>
              <a:t>연결 준비</a:t>
            </a:r>
          </a:p>
        </p:txBody>
      </p:sp>
      <p:sp>
        <p:nvSpPr>
          <p:cNvPr id="5" name="Hub 전원 켜기&#10;데이터 케이블 연결&#10;장치 목록에서 Hub">
            <a:extLst xmlns:a="http://schemas.openxmlformats.org/drawingml/2006/main">
              <a:ext uri="{FF2B5EF4-FFF2-40B4-BE49-F238E27FC236}">
                <a16:creationId xmlns:a16="http://schemas.microsoft.com/office/drawing/2014/main" id="{BAA578C2-5E88-482A-BBB0-4F9A7A3B2268}"/>
              </a:ext>
            </a:extLst>
          </p:cNvPr>
          <p:cNvSpPr>
            <a:spLocks xmlns:a="http://schemas.openxmlformats.org/drawingml/2006/main" noGrp="1"/>
          </p:cNvSpPr>
          <p:nvPr/>
        </p:nvSpPr>
        <p:spPr>
          <a:xfrm xmlns:a="http://schemas.openxmlformats.org/drawingml/2006/main">
            <a:off x="8239125" y="2577465"/>
            <a:ext cx="1976438" cy="11993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292929"/>
                </a:solidFill>
                <a:latin typeface="KoPubDotum"/>
                <a:ea typeface="KoPubDotum"/>
                <a:cs typeface="KoPubDotum"/>
              </a:defRPr>
            </a:defPPr>
          </a:lstStyle>
          <a:p xmlns:a="http://schemas.openxmlformats.org/drawingml/2006/main">
            <a:pPr algn="l">
              <a:lnSpc>
                <a:spcPct val="116000"/>
              </a:lnSpc>
              <a:buNone/>
              <a:defRPr sz="1650" b="0">
                <a:solidFill>
                  <a:srgbClr val="292929"/>
                </a:solidFill>
                <a:latin typeface="KoPubDotum"/>
                <a:ea typeface="KoPubDotum"/>
                <a:cs typeface="KoPubDotum"/>
              </a:defRPr>
            </a:pPr>
            <a:r>
              <a:rPr sz="1650" b="0">
                <a:solidFill>
                  <a:srgbClr val="292929"/>
                </a:solidFill>
                <a:latin typeface="KoPubDotum"/>
                <a:ea typeface="KoPubDotum"/>
                <a:cs typeface="KoPubDotum"/>
              </a:rPr>
              <a:t>Hub 전원 켜기</a:t>
            </a:r>
          </a:p>
          <a:p xmlns:a="http://schemas.openxmlformats.org/drawingml/2006/main">
            <a:pPr algn="l">
              <a:lnSpc>
                <a:spcPct val="116000"/>
              </a:lnSpc>
              <a:buNone/>
              <a:defRPr sz="1650" b="0">
                <a:solidFill>
                  <a:srgbClr val="292929"/>
                </a:solidFill>
                <a:latin typeface="KoPubDotum"/>
                <a:ea typeface="KoPubDotum"/>
                <a:cs typeface="KoPubDotum"/>
              </a:defRPr>
            </a:pPr>
            <a:r>
              <a:rPr sz="1650" b="0">
                <a:solidFill>
                  <a:srgbClr val="292929"/>
                </a:solidFill>
                <a:latin typeface="KoPubDotum"/>
                <a:ea typeface="KoPubDotum"/>
                <a:cs typeface="KoPubDotum"/>
              </a:rPr>
              <a:t>데이터 케이블 연결</a:t>
            </a:r>
          </a:p>
          <a:p xmlns:a="http://schemas.openxmlformats.org/drawingml/2006/main">
            <a:pPr algn="l">
              <a:lnSpc>
                <a:spcPct val="116000"/>
              </a:lnSpc>
              <a:buNone/>
              <a:defRPr sz="1650" b="0">
                <a:solidFill>
                  <a:srgbClr val="292929"/>
                </a:solidFill>
                <a:latin typeface="KoPubDotum"/>
                <a:ea typeface="KoPubDotum"/>
                <a:cs typeface="KoPubDotum"/>
              </a:defRPr>
            </a:pPr>
            <a:r>
              <a:rPr sz="1650" b="0">
                <a:solidFill>
                  <a:srgbClr val="292929"/>
                </a:solidFill>
                <a:latin typeface="KoPubDotum"/>
                <a:ea typeface="KoPubDotum"/>
                <a:cs typeface="KoPubDotum"/>
              </a:rPr>
              <a:t>장치 목록에서 Hub</a:t>
            </a:r>
          </a:p>
          <a:p xmlns:a="http://schemas.openxmlformats.org/drawingml/2006/main">
            <a:pPr algn="l">
              <a:lnSpc>
                <a:spcPct val="116000"/>
              </a:lnSpc>
              <a:buNone/>
              <a:defRPr sz="1650" b="0">
                <a:solidFill>
                  <a:srgbClr val="292929"/>
                </a:solidFill>
                <a:latin typeface="KoPubDotum"/>
                <a:ea typeface="KoPubDotum"/>
                <a:cs typeface="KoPubDotum"/>
              </a:defRPr>
            </a:pPr>
            <a:r>
              <a:rPr sz="1650" b="0">
                <a:solidFill>
                  <a:srgbClr val="292929"/>
                </a:solidFill>
                <a:latin typeface="KoPubDotum"/>
                <a:ea typeface="KoPubDotum"/>
                <a:cs typeface="KoPubDotum"/>
              </a:rPr>
              <a:t>선택</a:t>
            </a:r>
          </a:p>
        </p:txBody>
      </p:sp>
      <p:sp>
        <p:nvSpPr>
          <p:cNvPr id="6" name="연결한 뒤">
            <a:extLst xmlns:a="http://schemas.openxmlformats.org/drawingml/2006/main">
              <a:ext uri="{FF2B5EF4-FFF2-40B4-BE49-F238E27FC236}">
                <a16:creationId xmlns:a16="http://schemas.microsoft.com/office/drawing/2014/main" id="{F53695A5-BB31-4FC5-8876-0F5890E90A72}"/>
              </a:ext>
            </a:extLst>
          </p:cNvPr>
          <p:cNvSpPr>
            <a:spLocks xmlns:a="http://schemas.openxmlformats.org/drawingml/2006/main" noGrp="1"/>
          </p:cNvSpPr>
          <p:nvPr/>
        </p:nvSpPr>
        <p:spPr>
          <a:xfrm xmlns:a="http://schemas.openxmlformats.org/drawingml/2006/main">
            <a:off x="8239125" y="3986403"/>
            <a:ext cx="1976438" cy="3295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292929"/>
                </a:solidFill>
                <a:latin typeface="KoPubDotum"/>
                <a:ea typeface="KoPubDotum"/>
                <a:cs typeface="KoPubDotum"/>
              </a:defRPr>
            </a:defPPr>
          </a:lstStyle>
          <a:p xmlns:a="http://schemas.openxmlformats.org/drawingml/2006/main">
            <a:pPr algn="l">
              <a:lnSpc>
                <a:spcPct val="116000"/>
              </a:lnSpc>
              <a:buNone/>
              <a:defRPr sz="1650" b="1">
                <a:solidFill>
                  <a:srgbClr val="292929"/>
                </a:solidFill>
                <a:latin typeface="KoPubDotum"/>
                <a:ea typeface="KoPubDotum"/>
                <a:cs typeface="KoPubDotum"/>
              </a:defRPr>
            </a:pPr>
            <a:r>
              <a:rPr sz="1650" b="1">
                <a:solidFill>
                  <a:srgbClr val="292929"/>
                </a:solidFill>
                <a:latin typeface="KoPubDotum"/>
                <a:ea typeface="KoPubDotum"/>
                <a:cs typeface="KoPubDotum"/>
              </a:rPr>
              <a:t>연결한 뒤</a:t>
            </a:r>
          </a:p>
        </p:txBody>
      </p:sp>
      <p:sp>
        <p:nvSpPr>
          <p:cNvPr id="7" name="센서값이 바뀌는지&#10;보고&#10;모터를 짧게&#10;시험합니다.">
            <a:extLst xmlns:a="http://schemas.openxmlformats.org/drawingml/2006/main">
              <a:ext uri="{FF2B5EF4-FFF2-40B4-BE49-F238E27FC236}">
                <a16:creationId xmlns:a16="http://schemas.microsoft.com/office/drawing/2014/main" id="{A140DF29-56AB-48EC-B536-B245A39F5B35}"/>
              </a:ext>
            </a:extLst>
          </p:cNvPr>
          <p:cNvSpPr>
            <a:spLocks xmlns:a="http://schemas.openxmlformats.org/drawingml/2006/main" noGrp="1"/>
          </p:cNvSpPr>
          <p:nvPr/>
        </p:nvSpPr>
        <p:spPr>
          <a:xfrm xmlns:a="http://schemas.openxmlformats.org/drawingml/2006/main">
            <a:off x="8239125" y="4373118"/>
            <a:ext cx="1976438" cy="11993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292929"/>
                </a:solidFill>
                <a:latin typeface="KoPubDotum"/>
                <a:ea typeface="KoPubDotum"/>
                <a:cs typeface="KoPubDotum"/>
              </a:defRPr>
            </a:defPPr>
          </a:lstStyle>
          <a:p xmlns:a="http://schemas.openxmlformats.org/drawingml/2006/main">
            <a:pPr algn="l">
              <a:lnSpc>
                <a:spcPct val="116000"/>
              </a:lnSpc>
              <a:buNone/>
              <a:defRPr sz="1650" b="0">
                <a:solidFill>
                  <a:srgbClr val="292929"/>
                </a:solidFill>
                <a:latin typeface="KoPubDotum"/>
                <a:ea typeface="KoPubDotum"/>
                <a:cs typeface="KoPubDotum"/>
              </a:defRPr>
            </a:pPr>
            <a:r>
              <a:rPr sz="1650" b="0">
                <a:solidFill>
                  <a:srgbClr val="292929"/>
                </a:solidFill>
                <a:latin typeface="KoPubDotum"/>
                <a:ea typeface="KoPubDotum"/>
                <a:cs typeface="KoPubDotum"/>
              </a:rPr>
              <a:t>센서값이 바뀌는지</a:t>
            </a:r>
          </a:p>
          <a:p xmlns:a="http://schemas.openxmlformats.org/drawingml/2006/main">
            <a:pPr algn="l">
              <a:lnSpc>
                <a:spcPct val="116000"/>
              </a:lnSpc>
              <a:buNone/>
              <a:defRPr sz="1650" b="0">
                <a:solidFill>
                  <a:srgbClr val="292929"/>
                </a:solidFill>
                <a:latin typeface="KoPubDotum"/>
                <a:ea typeface="KoPubDotum"/>
                <a:cs typeface="KoPubDotum"/>
              </a:defRPr>
            </a:pPr>
            <a:r>
              <a:rPr sz="1650" b="0">
                <a:solidFill>
                  <a:srgbClr val="292929"/>
                </a:solidFill>
                <a:latin typeface="KoPubDotum"/>
                <a:ea typeface="KoPubDotum"/>
                <a:cs typeface="KoPubDotum"/>
              </a:rPr>
              <a:t>보고</a:t>
            </a:r>
          </a:p>
          <a:p xmlns:a="http://schemas.openxmlformats.org/drawingml/2006/main">
            <a:pPr algn="l">
              <a:lnSpc>
                <a:spcPct val="116000"/>
              </a:lnSpc>
              <a:buNone/>
              <a:defRPr sz="1650" b="0">
                <a:solidFill>
                  <a:srgbClr val="292929"/>
                </a:solidFill>
                <a:latin typeface="KoPubDotum"/>
                <a:ea typeface="KoPubDotum"/>
                <a:cs typeface="KoPubDotum"/>
              </a:defRPr>
            </a:pPr>
            <a:r>
              <a:rPr sz="1650" b="0">
                <a:solidFill>
                  <a:srgbClr val="292929"/>
                </a:solidFill>
                <a:latin typeface="KoPubDotum"/>
                <a:ea typeface="KoPubDotum"/>
                <a:cs typeface="KoPubDotum"/>
              </a:rPr>
              <a:t>모터를 짧게</a:t>
            </a:r>
          </a:p>
          <a:p xmlns:a="http://schemas.openxmlformats.org/drawingml/2006/main">
            <a:pPr algn="l">
              <a:lnSpc>
                <a:spcPct val="116000"/>
              </a:lnSpc>
              <a:buNone/>
              <a:defRPr sz="1650" b="0">
                <a:solidFill>
                  <a:srgbClr val="292929"/>
                </a:solidFill>
                <a:latin typeface="KoPubDotum"/>
                <a:ea typeface="KoPubDotum"/>
                <a:cs typeface="KoPubDotum"/>
              </a:defRPr>
            </a:pPr>
            <a:r>
              <a:rPr sz="1650" b="0">
                <a:solidFill>
                  <a:srgbClr val="292929"/>
                </a:solidFill>
                <a:latin typeface="KoPubDotum"/>
                <a:ea typeface="KoPubDotum"/>
                <a:cs typeface="KoPubDotum"/>
              </a:rPr>
              <a:t>시험합니다.</a:t>
            </a:r>
          </a:p>
        </p:txBody>
      </p:sp>
    </p:spTree>
    <p:extLst>
      <p:ext uri="{BB962C8B-B14F-4D97-AF65-F5344CB8AC3E}">
        <p14:creationId xmlns:p14="http://schemas.microsoft.com/office/powerpoint/2010/main" val="94977731"/>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sp>
        <p:nvSpPr>
          <p:cNvPr id="9" name="Bluetooth 연결">
            <a:extLst xmlns:a="http://schemas.openxmlformats.org/drawingml/2006/main">
              <a:ext uri="{FF2B5EF4-FFF2-40B4-BE49-F238E27FC236}">
                <a16:creationId xmlns:a16="http://schemas.microsoft.com/office/drawing/2014/main" id="{BCD27FF3-3A19-434F-8046-9A073B5746F0}"/>
              </a:ext>
            </a:extLst>
          </p:cNvPr>
          <p:cNvSpPr>
            <a:spLocks xmlns:a="http://schemas.openxmlformats.org/drawingml/2006/main" noGrp="1"/>
          </p:cNvSpPr>
          <p:nvPr/>
        </p:nvSpPr>
        <p:spPr>
          <a:xfrm xmlns:a="http://schemas.openxmlformats.org/drawingml/2006/main">
            <a:off x="476250" y="1428750"/>
            <a:ext cx="9739313"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292929"/>
                </a:solidFill>
                <a:latin typeface="KoPubDotum"/>
                <a:ea typeface="KoPubDotum"/>
                <a:cs typeface="KoPubDotum"/>
              </a:defRPr>
            </a:defPPr>
          </a:lstStyle>
          <a:p xmlns:a="http://schemas.openxmlformats.org/drawingml/2006/main">
            <a:pPr algn="l">
              <a:lnSpc>
                <a:spcPct val="116000"/>
              </a:lnSpc>
              <a:buNone/>
              <a:defRPr sz="1950" b="0">
                <a:solidFill>
                  <a:srgbClr val="292929"/>
                </a:solidFill>
                <a:latin typeface="KoPubDotum"/>
                <a:ea typeface="KoPubDotum"/>
                <a:cs typeface="KoPubDotum"/>
              </a:defRPr>
            </a:pPr>
            <a:r>
              <a:rPr sz="1950" b="0">
                <a:solidFill>
                  <a:srgbClr val="292929"/>
                </a:solidFill>
                <a:latin typeface="KoPubDotum"/>
                <a:ea typeface="KoPubDotum"/>
                <a:cs typeface="KoPubDotum"/>
              </a:rPr>
              <a:t>Bluetooth 연결</a:t>
            </a:r>
          </a:p>
        </p:txBody>
      </p:sp>
      <p:sp>
        <p:nvSpPr>
          <p:cNvPr id="2" name="15">
            <a:extLst xmlns:a="http://schemas.openxmlformats.org/drawingml/2006/main">
              <a:ext uri="{FF2B5EF4-FFF2-40B4-BE49-F238E27FC236}">
                <a16:creationId xmlns:a16="http://schemas.microsoft.com/office/drawing/2014/main" id="{07E2F2F0-6CAE-4CD9-9FF0-904D7150ABC6}"/>
              </a:ext>
            </a:extLst>
          </p:cNvPr>
          <p:cNvSpPr>
            <a:spLocks xmlns:a="http://schemas.openxmlformats.org/drawingml/2006/main" noGrp="1"/>
          </p:cNvSpPr>
          <p:nvPr/>
        </p:nvSpPr>
        <p:spPr>
          <a:xfrm xmlns:a="http://schemas.openxmlformats.org/drawingml/2006/main">
            <a:off x="5107782" y="7064375"/>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50" b="0">
                <a:solidFill>
                  <a:srgbClr val="5A554E"/>
                </a:solidFill>
                <a:latin typeface="KoPubDotum"/>
                <a:ea typeface="KoPubDotum"/>
                <a:cs typeface="KoPubDotum"/>
              </a:defRPr>
            </a:defPPr>
          </a:lstStyle>
          <a:p xmlns:a="http://schemas.openxmlformats.org/drawingml/2006/main">
            <a:pPr algn="ctr">
              <a:lnSpc>
                <a:spcPct val="116000"/>
              </a:lnSpc>
              <a:buNone/>
              <a:defRPr sz="1050" b="0">
                <a:solidFill>
                  <a:srgbClr val="5A554E"/>
                </a:solidFill>
                <a:latin typeface="KoPubDotum"/>
                <a:ea typeface="KoPubDotum"/>
                <a:cs typeface="KoPubDotum"/>
              </a:defRPr>
            </a:pPr>
            <a:r>
              <a:rPr sz="1050" b="0">
                <a:solidFill>
                  <a:srgbClr val="5A554E"/>
                </a:solidFill>
                <a:latin typeface="KoPubDotum"/>
                <a:ea typeface="KoPubDotum"/>
                <a:cs typeface="KoPubDotum"/>
              </a:rPr>
              <a:t>15</a:t>
            </a:r>
          </a:p>
        </p:txBody>
      </p:sp>
      <p:sp>
        <p:nvSpPr>
          <p:cNvPr id="3" name="① Bluetooth 켜기">
            <a:extLst xmlns:a="http://schemas.openxmlformats.org/drawingml/2006/main">
              <a:ext uri="{FF2B5EF4-FFF2-40B4-BE49-F238E27FC236}">
                <a16:creationId xmlns:a16="http://schemas.microsoft.com/office/drawing/2014/main" id="{775208AC-FF25-4C97-9E9A-43CB11038348}"/>
              </a:ext>
            </a:extLst>
          </p:cNvPr>
          <p:cNvSpPr>
            <a:spLocks xmlns:a="http://schemas.openxmlformats.org/drawingml/2006/main" noGrp="1"/>
          </p:cNvSpPr>
          <p:nvPr/>
        </p:nvSpPr>
        <p:spPr>
          <a:xfrm xmlns:a="http://schemas.openxmlformats.org/drawingml/2006/main">
            <a:off x="523875" y="2047875"/>
            <a:ext cx="9644063" cy="37909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292929"/>
                </a:solidFill>
                <a:latin typeface="KoPubDotum"/>
                <a:ea typeface="KoPubDotum"/>
                <a:cs typeface="KoPubDotum"/>
              </a:defRPr>
            </a:defPPr>
          </a:lstStyle>
          <a:p xmlns:a="http://schemas.openxmlformats.org/drawingml/2006/main">
            <a:pPr algn="l">
              <a:lnSpc>
                <a:spcPct val="116000"/>
              </a:lnSpc>
              <a:buNone/>
              <a:defRPr sz="1950" b="1">
                <a:solidFill>
                  <a:srgbClr val="292929"/>
                </a:solidFill>
                <a:latin typeface="KoPubDotum"/>
                <a:ea typeface="KoPubDotum"/>
                <a:cs typeface="KoPubDotum"/>
              </a:defRPr>
            </a:pPr>
            <a:r>
              <a:rPr sz="1950" b="1">
                <a:solidFill>
                  <a:srgbClr val="292929"/>
                </a:solidFill>
                <a:latin typeface="KoPubDotum"/>
                <a:ea typeface="KoPubDotum"/>
                <a:cs typeface="KoPubDotum"/>
              </a:rPr>
              <a:t>① Bluetooth 켜기</a:t>
            </a:r>
          </a:p>
        </p:txBody>
      </p:sp>
      <p:sp>
        <p:nvSpPr>
          <p:cNvPr id="4" name="기기의 Bluetooth를 켜고 SPIKE App 프로젝트">
            <a:extLst xmlns:a="http://schemas.openxmlformats.org/drawingml/2006/main">
              <a:ext uri="{FF2B5EF4-FFF2-40B4-BE49-F238E27FC236}">
                <a16:creationId xmlns:a16="http://schemas.microsoft.com/office/drawing/2014/main" id="{0D2954DC-BA83-4F13-A11E-17AD7C304194}"/>
              </a:ext>
            </a:extLst>
          </p:cNvPr>
          <p:cNvSpPr>
            <a:spLocks xmlns:a="http://schemas.openxmlformats.org/drawingml/2006/main" noGrp="1"/>
          </p:cNvSpPr>
          <p:nvPr/>
        </p:nvSpPr>
        <p:spPr>
          <a:xfrm xmlns:a="http://schemas.openxmlformats.org/drawingml/2006/main">
            <a:off x="523875" y="2484120"/>
            <a:ext cx="9644063" cy="73990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292929"/>
                </a:solidFill>
                <a:latin typeface="KoPubDotum"/>
                <a:ea typeface="KoPubDotum"/>
                <a:cs typeface="KoPubDotum"/>
              </a:defRPr>
            </a:defPPr>
          </a:lstStyle>
          <a:p xmlns:a="http://schemas.openxmlformats.org/drawingml/2006/main">
            <a:pPr algn="l">
              <a:lnSpc>
                <a:spcPct val="116000"/>
              </a:lnSpc>
              <a:buNone/>
              <a:defRPr sz="1950" b="0">
                <a:solidFill>
                  <a:srgbClr val="292929"/>
                </a:solidFill>
                <a:latin typeface="KoPubDotum"/>
                <a:ea typeface="KoPubDotum"/>
                <a:cs typeface="KoPubDotum"/>
              </a:defRPr>
            </a:pPr>
            <a:r>
              <a:rPr sz="1950" b="0">
                <a:solidFill>
                  <a:srgbClr val="292929"/>
                </a:solidFill>
                <a:latin typeface="KoPubDotum"/>
                <a:ea typeface="KoPubDotum"/>
                <a:cs typeface="KoPubDotum"/>
              </a:rPr>
              <a:t>기기의 Bluetooth를 켜고 SPIKE App 프로젝트를 엽니다.</a:t>
            </a:r>
          </a:p>
          <a:p xmlns:a="http://schemas.openxmlformats.org/drawingml/2006/main">
            <a:pPr algn="l">
              <a:lnSpc>
                <a:spcPct val="116000"/>
              </a:lnSpc>
              <a:buNone/>
              <a:defRPr sz="1950" b="0">
                <a:solidFill>
                  <a:srgbClr val="292929"/>
                </a:solidFill>
                <a:latin typeface="KoPubDotum"/>
                <a:ea typeface="KoPubDotum"/>
                <a:cs typeface="KoPubDotum"/>
              </a:defRPr>
            </a:pPr>
            <a:r>
              <a:rPr sz="1950" b="0">
                <a:solidFill>
                  <a:srgbClr val="292929"/>
                </a:solidFill>
                <a:latin typeface="KoPubDotum"/>
                <a:ea typeface="KoPubDotum"/>
                <a:cs typeface="KoPubDotum"/>
              </a:rPr>
              <a:t>Hub를 켠 뒤 Hub의 Bluetooth 버튼을 누릅니다.</a:t>
            </a:r>
          </a:p>
        </p:txBody>
      </p:sp>
      <p:sp>
        <p:nvSpPr>
          <p:cNvPr id="5" name="② 우리 Hub 선택">
            <a:extLst xmlns:a="http://schemas.openxmlformats.org/drawingml/2006/main">
              <a:ext uri="{FF2B5EF4-FFF2-40B4-BE49-F238E27FC236}">
                <a16:creationId xmlns:a16="http://schemas.microsoft.com/office/drawing/2014/main" id="{BD5DCCC8-CF17-4F3A-ADFB-705DDDE19538}"/>
              </a:ext>
            </a:extLst>
          </p:cNvPr>
          <p:cNvSpPr>
            <a:spLocks xmlns:a="http://schemas.openxmlformats.org/drawingml/2006/main" noGrp="1"/>
          </p:cNvSpPr>
          <p:nvPr/>
        </p:nvSpPr>
        <p:spPr>
          <a:xfrm xmlns:a="http://schemas.openxmlformats.org/drawingml/2006/main">
            <a:off x="523875" y="3471672"/>
            <a:ext cx="9644063" cy="37909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292929"/>
                </a:solidFill>
                <a:latin typeface="KoPubDotum"/>
                <a:ea typeface="KoPubDotum"/>
                <a:cs typeface="KoPubDotum"/>
              </a:defRPr>
            </a:defPPr>
          </a:lstStyle>
          <a:p xmlns:a="http://schemas.openxmlformats.org/drawingml/2006/main">
            <a:pPr algn="l">
              <a:lnSpc>
                <a:spcPct val="116000"/>
              </a:lnSpc>
              <a:buNone/>
              <a:defRPr sz="1950" b="1">
                <a:solidFill>
                  <a:srgbClr val="292929"/>
                </a:solidFill>
                <a:latin typeface="KoPubDotum"/>
                <a:ea typeface="KoPubDotum"/>
                <a:cs typeface="KoPubDotum"/>
              </a:defRPr>
            </a:pPr>
            <a:r>
              <a:rPr sz="1950" b="1">
                <a:solidFill>
                  <a:srgbClr val="292929"/>
                </a:solidFill>
                <a:latin typeface="KoPubDotum"/>
                <a:ea typeface="KoPubDotum"/>
                <a:cs typeface="KoPubDotum"/>
              </a:rPr>
              <a:t>② 우리 Hub 선택</a:t>
            </a:r>
          </a:p>
        </p:txBody>
      </p:sp>
      <p:sp>
        <p:nvSpPr>
          <p:cNvPr id="6" name="프로젝트의 Hub 아이콘을 누르고 모둠 이름을 고릅니다.&#10;">
            <a:extLst xmlns:a="http://schemas.openxmlformats.org/drawingml/2006/main">
              <a:ext uri="{FF2B5EF4-FFF2-40B4-BE49-F238E27FC236}">
                <a16:creationId xmlns:a16="http://schemas.microsoft.com/office/drawing/2014/main" id="{5C4CF3D4-0192-4B77-8E21-57C58EC6716F}"/>
              </a:ext>
            </a:extLst>
          </p:cNvPr>
          <p:cNvSpPr>
            <a:spLocks xmlns:a="http://schemas.openxmlformats.org/drawingml/2006/main" noGrp="1"/>
          </p:cNvSpPr>
          <p:nvPr/>
        </p:nvSpPr>
        <p:spPr>
          <a:xfrm xmlns:a="http://schemas.openxmlformats.org/drawingml/2006/main">
            <a:off x="523875" y="3907917"/>
            <a:ext cx="9644063" cy="73990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292929"/>
                </a:solidFill>
                <a:latin typeface="KoPubDotum"/>
                <a:ea typeface="KoPubDotum"/>
                <a:cs typeface="KoPubDotum"/>
              </a:defRPr>
            </a:defPPr>
          </a:lstStyle>
          <a:p xmlns:a="http://schemas.openxmlformats.org/drawingml/2006/main">
            <a:pPr algn="l">
              <a:lnSpc>
                <a:spcPct val="116000"/>
              </a:lnSpc>
              <a:buNone/>
              <a:defRPr sz="1950" b="0">
                <a:solidFill>
                  <a:srgbClr val="292929"/>
                </a:solidFill>
                <a:latin typeface="KoPubDotum"/>
                <a:ea typeface="KoPubDotum"/>
                <a:cs typeface="KoPubDotum"/>
              </a:defRPr>
            </a:pPr>
            <a:r>
              <a:rPr sz="1950" b="0">
                <a:solidFill>
                  <a:srgbClr val="292929"/>
                </a:solidFill>
                <a:latin typeface="KoPubDotum"/>
                <a:ea typeface="KoPubDotum"/>
                <a:cs typeface="KoPubDotum"/>
              </a:rPr>
              <a:t>프로젝트의 Hub 아이콘을 누르고 모둠 이름을 고릅니다.</a:t>
            </a:r>
          </a:p>
          <a:p xmlns:a="http://schemas.openxmlformats.org/drawingml/2006/main">
            <a:pPr algn="l">
              <a:lnSpc>
                <a:spcPct val="116000"/>
              </a:lnSpc>
              <a:buNone/>
              <a:defRPr sz="1950" b="0">
                <a:solidFill>
                  <a:srgbClr val="292929"/>
                </a:solidFill>
                <a:latin typeface="KoPubDotum"/>
                <a:ea typeface="KoPubDotum"/>
                <a:cs typeface="KoPubDotum"/>
              </a:defRPr>
            </a:pPr>
            <a:r>
              <a:rPr sz="1950" b="0">
                <a:solidFill>
                  <a:srgbClr val="292929"/>
                </a:solidFill>
                <a:latin typeface="KoPubDotum"/>
                <a:ea typeface="KoPubDotum"/>
                <a:cs typeface="KoPubDotum"/>
              </a:rPr>
              <a:t>다른 기기에 연결되어 있다면 먼저 그 기기에서 해제합니다.</a:t>
            </a:r>
          </a:p>
        </p:txBody>
      </p:sp>
      <p:sp>
        <p:nvSpPr>
          <p:cNvPr id="7" name="③ 통신 시험">
            <a:extLst xmlns:a="http://schemas.openxmlformats.org/drawingml/2006/main">
              <a:ext uri="{FF2B5EF4-FFF2-40B4-BE49-F238E27FC236}">
                <a16:creationId xmlns:a16="http://schemas.microsoft.com/office/drawing/2014/main" id="{13E5FA29-2274-4C81-93C2-B1F43BEB6063}"/>
              </a:ext>
            </a:extLst>
          </p:cNvPr>
          <p:cNvSpPr>
            <a:spLocks xmlns:a="http://schemas.openxmlformats.org/drawingml/2006/main" noGrp="1"/>
          </p:cNvSpPr>
          <p:nvPr/>
        </p:nvSpPr>
        <p:spPr>
          <a:xfrm xmlns:a="http://schemas.openxmlformats.org/drawingml/2006/main">
            <a:off x="523875" y="4895469"/>
            <a:ext cx="9644063" cy="37909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292929"/>
                </a:solidFill>
                <a:latin typeface="KoPubDotum"/>
                <a:ea typeface="KoPubDotum"/>
                <a:cs typeface="KoPubDotum"/>
              </a:defRPr>
            </a:defPPr>
          </a:lstStyle>
          <a:p xmlns:a="http://schemas.openxmlformats.org/drawingml/2006/main">
            <a:pPr algn="l">
              <a:lnSpc>
                <a:spcPct val="116000"/>
              </a:lnSpc>
              <a:buNone/>
              <a:defRPr sz="1950" b="1">
                <a:solidFill>
                  <a:srgbClr val="292929"/>
                </a:solidFill>
                <a:latin typeface="KoPubDotum"/>
                <a:ea typeface="KoPubDotum"/>
                <a:cs typeface="KoPubDotum"/>
              </a:defRPr>
            </a:pPr>
            <a:r>
              <a:rPr sz="1950" b="1">
                <a:solidFill>
                  <a:srgbClr val="292929"/>
                </a:solidFill>
                <a:latin typeface="KoPubDotum"/>
                <a:ea typeface="KoPubDotum"/>
                <a:cs typeface="KoPubDotum"/>
              </a:rPr>
              <a:t>③ 통신 시험</a:t>
            </a:r>
          </a:p>
        </p:txBody>
      </p:sp>
      <p:sp>
        <p:nvSpPr>
          <p:cNvPr id="8" name="앱의 연결 표시와 Hub 이름을 봅니다.&#10;센서값을 바꾸어 ">
            <a:extLst xmlns:a="http://schemas.openxmlformats.org/drawingml/2006/main">
              <a:ext uri="{FF2B5EF4-FFF2-40B4-BE49-F238E27FC236}">
                <a16:creationId xmlns:a16="http://schemas.microsoft.com/office/drawing/2014/main" id="{DE72C4AF-79A9-48F8-A0FC-52DEEE196EB6}"/>
              </a:ext>
            </a:extLst>
          </p:cNvPr>
          <p:cNvSpPr>
            <a:spLocks xmlns:a="http://schemas.openxmlformats.org/drawingml/2006/main" noGrp="1"/>
          </p:cNvSpPr>
          <p:nvPr/>
        </p:nvSpPr>
        <p:spPr>
          <a:xfrm xmlns:a="http://schemas.openxmlformats.org/drawingml/2006/main">
            <a:off x="523875" y="5331714"/>
            <a:ext cx="9644063" cy="73990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292929"/>
                </a:solidFill>
                <a:latin typeface="KoPubDotum"/>
                <a:ea typeface="KoPubDotum"/>
                <a:cs typeface="KoPubDotum"/>
              </a:defRPr>
            </a:defPPr>
          </a:lstStyle>
          <a:p xmlns:a="http://schemas.openxmlformats.org/drawingml/2006/main">
            <a:pPr algn="l">
              <a:lnSpc>
                <a:spcPct val="116000"/>
              </a:lnSpc>
              <a:buNone/>
              <a:defRPr sz="1950" b="0">
                <a:solidFill>
                  <a:srgbClr val="292929"/>
                </a:solidFill>
                <a:latin typeface="KoPubDotum"/>
                <a:ea typeface="KoPubDotum"/>
                <a:cs typeface="KoPubDotum"/>
              </a:defRPr>
            </a:pPr>
            <a:r>
              <a:rPr sz="1950" b="0">
                <a:solidFill>
                  <a:srgbClr val="292929"/>
                </a:solidFill>
                <a:latin typeface="KoPubDotum"/>
                <a:ea typeface="KoPubDotum"/>
                <a:cs typeface="KoPubDotum"/>
              </a:rPr>
              <a:t>앱의 연결 표시와 Hub 이름을 봅니다.</a:t>
            </a:r>
          </a:p>
          <a:p xmlns:a="http://schemas.openxmlformats.org/drawingml/2006/main">
            <a:pPr algn="l">
              <a:lnSpc>
                <a:spcPct val="116000"/>
              </a:lnSpc>
              <a:buNone/>
              <a:defRPr sz="1950" b="0">
                <a:solidFill>
                  <a:srgbClr val="292929"/>
                </a:solidFill>
                <a:latin typeface="KoPubDotum"/>
                <a:ea typeface="KoPubDotum"/>
                <a:cs typeface="KoPubDotum"/>
              </a:defRPr>
            </a:pPr>
            <a:r>
              <a:rPr sz="1950" b="0">
                <a:solidFill>
                  <a:srgbClr val="292929"/>
                </a:solidFill>
                <a:latin typeface="KoPubDotum"/>
                <a:ea typeface="KoPubDotum"/>
                <a:cs typeface="KoPubDotum"/>
              </a:rPr>
              <a:t>센서값을 바꾸어 보고 모터도 짧게 돌려 봅니다.</a:t>
            </a:r>
          </a:p>
        </p:txBody>
      </p:sp>
    </p:spTree>
    <p:extLst>
      <p:ext uri="{BB962C8B-B14F-4D97-AF65-F5344CB8AC3E}">
        <p14:creationId xmlns:p14="http://schemas.microsoft.com/office/powerpoint/2010/main" val="237471022"/>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sp>
        <p:nvSpPr>
          <p:cNvPr id="8" name="Bluetooth 연결 안내 화면">
            <a:extLst xmlns:a="http://schemas.openxmlformats.org/drawingml/2006/main">
              <a:ext uri="{FF2B5EF4-FFF2-40B4-BE49-F238E27FC236}">
                <a16:creationId xmlns:a16="http://schemas.microsoft.com/office/drawing/2014/main" id="{7667027E-A4B8-482E-AEB1-504499AE595C}"/>
              </a:ext>
            </a:extLst>
          </p:cNvPr>
          <p:cNvSpPr>
            <a:spLocks xmlns:a="http://schemas.openxmlformats.org/drawingml/2006/main" noGrp="1"/>
          </p:cNvSpPr>
          <p:nvPr/>
        </p:nvSpPr>
        <p:spPr>
          <a:xfrm xmlns:a="http://schemas.openxmlformats.org/drawingml/2006/main">
            <a:off x="476250" y="1428750"/>
            <a:ext cx="9739313"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292929"/>
                </a:solidFill>
                <a:latin typeface="KoPubDotum"/>
                <a:ea typeface="KoPubDotum"/>
                <a:cs typeface="KoPubDotum"/>
              </a:defRPr>
            </a:defPPr>
          </a:lstStyle>
          <a:p xmlns:a="http://schemas.openxmlformats.org/drawingml/2006/main">
            <a:pPr algn="l">
              <a:lnSpc>
                <a:spcPct val="116000"/>
              </a:lnSpc>
              <a:buNone/>
              <a:defRPr sz="1950" b="0">
                <a:solidFill>
                  <a:srgbClr val="292929"/>
                </a:solidFill>
                <a:latin typeface="KoPubDotum"/>
                <a:ea typeface="KoPubDotum"/>
                <a:cs typeface="KoPubDotum"/>
              </a:defRPr>
            </a:pPr>
            <a:r>
              <a:rPr sz="1950" b="0">
                <a:solidFill>
                  <a:srgbClr val="292929"/>
                </a:solidFill>
                <a:latin typeface="KoPubDotum"/>
                <a:ea typeface="KoPubDotum"/>
                <a:cs typeface="KoPubDotum"/>
              </a:rPr>
              <a:t>Bluetooth 연결 안내 화면</a:t>
            </a:r>
          </a:p>
        </p:txBody>
      </p:sp>
      <p:sp>
        <p:nvSpPr>
          <p:cNvPr id="2" name="16">
            <a:extLst xmlns:a="http://schemas.openxmlformats.org/drawingml/2006/main">
              <a:ext uri="{FF2B5EF4-FFF2-40B4-BE49-F238E27FC236}">
                <a16:creationId xmlns:a16="http://schemas.microsoft.com/office/drawing/2014/main" id="{AAD86BDB-5CE9-41D7-BCA8-7A5404202994}"/>
              </a:ext>
            </a:extLst>
          </p:cNvPr>
          <p:cNvSpPr>
            <a:spLocks xmlns:a="http://schemas.openxmlformats.org/drawingml/2006/main" noGrp="1"/>
          </p:cNvSpPr>
          <p:nvPr/>
        </p:nvSpPr>
        <p:spPr>
          <a:xfrm xmlns:a="http://schemas.openxmlformats.org/drawingml/2006/main">
            <a:off x="5107782" y="7064375"/>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50" b="0">
                <a:solidFill>
                  <a:srgbClr val="5A554E"/>
                </a:solidFill>
                <a:latin typeface="KoPubDotum"/>
                <a:ea typeface="KoPubDotum"/>
                <a:cs typeface="KoPubDotum"/>
              </a:defRPr>
            </a:defPPr>
          </a:lstStyle>
          <a:p xmlns:a="http://schemas.openxmlformats.org/drawingml/2006/main">
            <a:pPr algn="ctr">
              <a:lnSpc>
                <a:spcPct val="116000"/>
              </a:lnSpc>
              <a:buNone/>
              <a:defRPr sz="1050" b="0">
                <a:solidFill>
                  <a:srgbClr val="5A554E"/>
                </a:solidFill>
                <a:latin typeface="KoPubDotum"/>
                <a:ea typeface="KoPubDotum"/>
                <a:cs typeface="KoPubDotum"/>
              </a:defRPr>
            </a:pPr>
            <a:r>
              <a:rPr sz="1050" b="0">
                <a:solidFill>
                  <a:srgbClr val="5A554E"/>
                </a:solidFill>
                <a:latin typeface="KoPubDotum"/>
                <a:ea typeface="KoPubDotum"/>
                <a:cs typeface="KoPubDotum"/>
              </a:rPr>
              <a:t>16</a:t>
            </a:r>
          </a:p>
        </p:txBody>
      </p:sp>
      <p:pic>
        <p:nvPicPr>
          <p:cNvPr id="3" name="">
            <a:extLst xmlns:a="http://schemas.openxmlformats.org/drawingml/2006/main">
              <a:ext uri="{FF2B5EF4-FFF2-40B4-BE49-F238E27FC236}">
                <a16:creationId xmlns:a16="http://schemas.microsoft.com/office/drawing/2014/main" id="{934CF457-228F-414B-A4D2-7F95F6675456}"/>
              </a:ext>
            </a:extLst>
          </p:cNvPr>
          <p:cNvPicPr>
            <a:picLocks xmlns:a="http://schemas.openxmlformats.org/drawingml/2006/main" noChangeAspect="1"/>
          </p:cNvPicPr>
          <p:nvPr/>
        </p:nvPicPr>
        <p:blipFill>
          <a:blip xmlns:r="http://schemas.openxmlformats.org/officeDocument/2006/relationships" xmlns:a="http://schemas.openxmlformats.org/drawingml/2006/main" r:embed="R464a124bf1a441f9"/>
          <a:stretch xmlns:a="http://schemas.openxmlformats.org/drawingml/2006/main"/>
        </p:blipFill>
        <p:spPr>
          <a:xfrm xmlns:a="http://schemas.openxmlformats.org/drawingml/2006/main">
            <a:off x="476250" y="2047875"/>
            <a:ext cx="7524750" cy="4702969"/>
          </a:xfrm>
          <a:prstGeom xmlns:a="http://schemas.openxmlformats.org/drawingml/2006/main" prst="rect">
            <a:avLst/>
          </a:prstGeom>
        </p:spPr>
      </p:pic>
      <p:sp>
        <p:nvSpPr>
          <p:cNvPr id="4" name="창 열기">
            <a:extLst xmlns:a="http://schemas.openxmlformats.org/drawingml/2006/main">
              <a:ext uri="{FF2B5EF4-FFF2-40B4-BE49-F238E27FC236}">
                <a16:creationId xmlns:a16="http://schemas.microsoft.com/office/drawing/2014/main" id="{BCF7F984-6C77-42F6-AF88-5827B44D652E}"/>
              </a:ext>
            </a:extLst>
          </p:cNvPr>
          <p:cNvSpPr>
            <a:spLocks xmlns:a="http://schemas.openxmlformats.org/drawingml/2006/main" noGrp="1"/>
          </p:cNvSpPr>
          <p:nvPr/>
        </p:nvSpPr>
        <p:spPr>
          <a:xfrm xmlns:a="http://schemas.openxmlformats.org/drawingml/2006/main">
            <a:off x="8239125" y="2190750"/>
            <a:ext cx="1976438" cy="3295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292929"/>
                </a:solidFill>
                <a:latin typeface="KoPubDotum"/>
                <a:ea typeface="KoPubDotum"/>
                <a:cs typeface="KoPubDotum"/>
              </a:defRPr>
            </a:defPPr>
          </a:lstStyle>
          <a:p xmlns:a="http://schemas.openxmlformats.org/drawingml/2006/main">
            <a:pPr algn="l">
              <a:lnSpc>
                <a:spcPct val="116000"/>
              </a:lnSpc>
              <a:buNone/>
              <a:defRPr sz="1650" b="1">
                <a:solidFill>
                  <a:srgbClr val="292929"/>
                </a:solidFill>
                <a:latin typeface="KoPubDotum"/>
                <a:ea typeface="KoPubDotum"/>
                <a:cs typeface="KoPubDotum"/>
              </a:defRPr>
            </a:pPr>
            <a:r>
              <a:rPr sz="1650" b="1">
                <a:solidFill>
                  <a:srgbClr val="292929"/>
                </a:solidFill>
                <a:latin typeface="KoPubDotum"/>
                <a:ea typeface="KoPubDotum"/>
                <a:cs typeface="KoPubDotum"/>
              </a:rPr>
              <a:t>창 열기</a:t>
            </a:r>
          </a:p>
        </p:txBody>
      </p:sp>
      <p:sp>
        <p:nvSpPr>
          <p:cNvPr id="5" name="Hub 전원 켜기&#10;Bluetooth 켜기&#10;열기 클릭">
            <a:extLst xmlns:a="http://schemas.openxmlformats.org/drawingml/2006/main">
              <a:ext uri="{FF2B5EF4-FFF2-40B4-BE49-F238E27FC236}">
                <a16:creationId xmlns:a16="http://schemas.microsoft.com/office/drawing/2014/main" id="{1CAE069D-8F90-472B-9041-AEE49D0E0E83}"/>
              </a:ext>
            </a:extLst>
          </p:cNvPr>
          <p:cNvSpPr>
            <a:spLocks xmlns:a="http://schemas.openxmlformats.org/drawingml/2006/main" noGrp="1"/>
          </p:cNvSpPr>
          <p:nvPr/>
        </p:nvSpPr>
        <p:spPr>
          <a:xfrm xmlns:a="http://schemas.openxmlformats.org/drawingml/2006/main">
            <a:off x="8239125" y="2577465"/>
            <a:ext cx="1976438" cy="91859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292929"/>
                </a:solidFill>
                <a:latin typeface="KoPubDotum"/>
                <a:ea typeface="KoPubDotum"/>
                <a:cs typeface="KoPubDotum"/>
              </a:defRPr>
            </a:defPPr>
          </a:lstStyle>
          <a:p xmlns:a="http://schemas.openxmlformats.org/drawingml/2006/main">
            <a:pPr algn="l">
              <a:lnSpc>
                <a:spcPct val="116000"/>
              </a:lnSpc>
              <a:buNone/>
              <a:defRPr sz="1650" b="0">
                <a:solidFill>
                  <a:srgbClr val="292929"/>
                </a:solidFill>
                <a:latin typeface="KoPubDotum"/>
                <a:ea typeface="KoPubDotum"/>
                <a:cs typeface="KoPubDotum"/>
              </a:defRPr>
            </a:pPr>
            <a:r>
              <a:rPr sz="1650" b="0">
                <a:solidFill>
                  <a:srgbClr val="292929"/>
                </a:solidFill>
                <a:latin typeface="KoPubDotum"/>
                <a:ea typeface="KoPubDotum"/>
                <a:cs typeface="KoPubDotum"/>
              </a:rPr>
              <a:t>Hub 전원 켜기</a:t>
            </a:r>
          </a:p>
          <a:p xmlns:a="http://schemas.openxmlformats.org/drawingml/2006/main">
            <a:pPr algn="l">
              <a:lnSpc>
                <a:spcPct val="116000"/>
              </a:lnSpc>
              <a:buNone/>
              <a:defRPr sz="1650" b="0">
                <a:solidFill>
                  <a:srgbClr val="292929"/>
                </a:solidFill>
                <a:latin typeface="KoPubDotum"/>
                <a:ea typeface="KoPubDotum"/>
                <a:cs typeface="KoPubDotum"/>
              </a:defRPr>
            </a:pPr>
            <a:r>
              <a:rPr sz="1650" b="0">
                <a:solidFill>
                  <a:srgbClr val="292929"/>
                </a:solidFill>
                <a:latin typeface="KoPubDotum"/>
                <a:ea typeface="KoPubDotum"/>
                <a:cs typeface="KoPubDotum"/>
              </a:rPr>
              <a:t>Bluetooth 켜기</a:t>
            </a:r>
          </a:p>
          <a:p xmlns:a="http://schemas.openxmlformats.org/drawingml/2006/main">
            <a:pPr algn="l">
              <a:lnSpc>
                <a:spcPct val="116000"/>
              </a:lnSpc>
              <a:buNone/>
              <a:defRPr sz="1650" b="0">
                <a:solidFill>
                  <a:srgbClr val="292929"/>
                </a:solidFill>
                <a:latin typeface="KoPubDotum"/>
                <a:ea typeface="KoPubDotum"/>
                <a:cs typeface="KoPubDotum"/>
              </a:defRPr>
            </a:pPr>
            <a:r>
              <a:rPr sz="1650" b="0">
                <a:solidFill>
                  <a:srgbClr val="292929"/>
                </a:solidFill>
                <a:latin typeface="KoPubDotum"/>
                <a:ea typeface="KoPubDotum"/>
                <a:cs typeface="KoPubDotum"/>
              </a:rPr>
              <a:t>열기 클릭</a:t>
            </a:r>
          </a:p>
        </p:txBody>
      </p:sp>
      <p:sp>
        <p:nvSpPr>
          <p:cNvPr id="6" name="목록에서 고르기">
            <a:extLst xmlns:a="http://schemas.openxmlformats.org/drawingml/2006/main">
              <a:ext uri="{FF2B5EF4-FFF2-40B4-BE49-F238E27FC236}">
                <a16:creationId xmlns:a16="http://schemas.microsoft.com/office/drawing/2014/main" id="{C504F401-ECC4-4DB3-A432-38785FAF076C}"/>
              </a:ext>
            </a:extLst>
          </p:cNvPr>
          <p:cNvSpPr>
            <a:spLocks xmlns:a="http://schemas.openxmlformats.org/drawingml/2006/main" noGrp="1"/>
          </p:cNvSpPr>
          <p:nvPr/>
        </p:nvSpPr>
        <p:spPr>
          <a:xfrm xmlns:a="http://schemas.openxmlformats.org/drawingml/2006/main">
            <a:off x="8239125" y="3705606"/>
            <a:ext cx="1976438" cy="3295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292929"/>
                </a:solidFill>
                <a:latin typeface="KoPubDotum"/>
                <a:ea typeface="KoPubDotum"/>
                <a:cs typeface="KoPubDotum"/>
              </a:defRPr>
            </a:defPPr>
          </a:lstStyle>
          <a:p xmlns:a="http://schemas.openxmlformats.org/drawingml/2006/main">
            <a:pPr algn="l">
              <a:lnSpc>
                <a:spcPct val="116000"/>
              </a:lnSpc>
              <a:buNone/>
              <a:defRPr sz="1650" b="1">
                <a:solidFill>
                  <a:srgbClr val="292929"/>
                </a:solidFill>
                <a:latin typeface="KoPubDotum"/>
                <a:ea typeface="KoPubDotum"/>
                <a:cs typeface="KoPubDotum"/>
              </a:defRPr>
            </a:pPr>
            <a:r>
              <a:rPr sz="1650" b="1">
                <a:solidFill>
                  <a:srgbClr val="292929"/>
                </a:solidFill>
                <a:latin typeface="KoPubDotum"/>
                <a:ea typeface="KoPubDotum"/>
                <a:cs typeface="KoPubDotum"/>
              </a:rPr>
              <a:t>목록에서 고르기</a:t>
            </a:r>
          </a:p>
        </p:txBody>
      </p:sp>
      <p:sp>
        <p:nvSpPr>
          <p:cNvPr id="7" name="실물 라벨과 같은&#10;Hub 이름을 찾습니다.">
            <a:extLst xmlns:a="http://schemas.openxmlformats.org/drawingml/2006/main">
              <a:ext uri="{FF2B5EF4-FFF2-40B4-BE49-F238E27FC236}">
                <a16:creationId xmlns:a16="http://schemas.microsoft.com/office/drawing/2014/main" id="{6B7E519A-470A-4728-88F3-5AA8BD8B753D}"/>
              </a:ext>
            </a:extLst>
          </p:cNvPr>
          <p:cNvSpPr>
            <a:spLocks xmlns:a="http://schemas.openxmlformats.org/drawingml/2006/main" noGrp="1"/>
          </p:cNvSpPr>
          <p:nvPr/>
        </p:nvSpPr>
        <p:spPr>
          <a:xfrm xmlns:a="http://schemas.openxmlformats.org/drawingml/2006/main">
            <a:off x="8239125" y="4092321"/>
            <a:ext cx="1976438" cy="63779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292929"/>
                </a:solidFill>
                <a:latin typeface="KoPubDotum"/>
                <a:ea typeface="KoPubDotum"/>
                <a:cs typeface="KoPubDotum"/>
              </a:defRPr>
            </a:defPPr>
          </a:lstStyle>
          <a:p xmlns:a="http://schemas.openxmlformats.org/drawingml/2006/main">
            <a:pPr algn="l">
              <a:lnSpc>
                <a:spcPct val="116000"/>
              </a:lnSpc>
              <a:buNone/>
              <a:defRPr sz="1650" b="0">
                <a:solidFill>
                  <a:srgbClr val="292929"/>
                </a:solidFill>
                <a:latin typeface="KoPubDotum"/>
                <a:ea typeface="KoPubDotum"/>
                <a:cs typeface="KoPubDotum"/>
              </a:defRPr>
            </a:pPr>
            <a:r>
              <a:rPr sz="1650" b="0">
                <a:solidFill>
                  <a:srgbClr val="292929"/>
                </a:solidFill>
                <a:latin typeface="KoPubDotum"/>
                <a:ea typeface="KoPubDotum"/>
                <a:cs typeface="KoPubDotum"/>
              </a:rPr>
              <a:t>실물 라벨과 같은</a:t>
            </a:r>
          </a:p>
          <a:p xmlns:a="http://schemas.openxmlformats.org/drawingml/2006/main">
            <a:pPr algn="l">
              <a:lnSpc>
                <a:spcPct val="116000"/>
              </a:lnSpc>
              <a:buNone/>
              <a:defRPr sz="1650" b="0">
                <a:solidFill>
                  <a:srgbClr val="292929"/>
                </a:solidFill>
                <a:latin typeface="KoPubDotum"/>
                <a:ea typeface="KoPubDotum"/>
                <a:cs typeface="KoPubDotum"/>
              </a:defRPr>
            </a:pPr>
            <a:r>
              <a:rPr sz="1650" b="0">
                <a:solidFill>
                  <a:srgbClr val="292929"/>
                </a:solidFill>
                <a:latin typeface="KoPubDotum"/>
                <a:ea typeface="KoPubDotum"/>
                <a:cs typeface="KoPubDotum"/>
              </a:rPr>
              <a:t>Hub 이름을 찾습니다.</a:t>
            </a:r>
          </a:p>
        </p:txBody>
      </p:sp>
    </p:spTree>
    <p:extLst>
      <p:ext uri="{BB962C8B-B14F-4D97-AF65-F5344CB8AC3E}">
        <p14:creationId xmlns:p14="http://schemas.microsoft.com/office/powerpoint/2010/main" val="57243818"/>
      </p:ext>
    </p:extLst>
  </p:cSld>
</p:sld>
</file>

<file path=ppt/slides/slide17.xml><?xml version="1.0" encoding="utf-8"?>
<p:sld xmlns:p="http://schemas.openxmlformats.org/presentationml/2006/main">
  <p:cSld>
    <p:spTree>
      <p:nvGrpSpPr>
        <p:cNvPr id="1" name=""/>
        <p:cNvGrpSpPr/>
        <p:nvPr/>
      </p:nvGrpSpPr>
      <p:grpSpPr>
        <a:xfrm xmlns:a="http://schemas.openxmlformats.org/drawingml/2006/main"/>
      </p:grpSpPr>
      <p:sp>
        <p:nvSpPr>
          <p:cNvPr id="9" name="iPad와 태블릿 연결">
            <a:extLst xmlns:a="http://schemas.openxmlformats.org/drawingml/2006/main">
              <a:ext uri="{FF2B5EF4-FFF2-40B4-BE49-F238E27FC236}">
                <a16:creationId xmlns:a16="http://schemas.microsoft.com/office/drawing/2014/main" id="{1398AE19-ECCC-4BCE-9187-4661CE3752C6}"/>
              </a:ext>
            </a:extLst>
          </p:cNvPr>
          <p:cNvSpPr>
            <a:spLocks xmlns:a="http://schemas.openxmlformats.org/drawingml/2006/main" noGrp="1"/>
          </p:cNvSpPr>
          <p:nvPr/>
        </p:nvSpPr>
        <p:spPr>
          <a:xfrm xmlns:a="http://schemas.openxmlformats.org/drawingml/2006/main">
            <a:off x="476250" y="1428750"/>
            <a:ext cx="9739313"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292929"/>
                </a:solidFill>
                <a:latin typeface="KoPubDotum"/>
                <a:ea typeface="KoPubDotum"/>
                <a:cs typeface="KoPubDotum"/>
              </a:defRPr>
            </a:defPPr>
          </a:lstStyle>
          <a:p xmlns:a="http://schemas.openxmlformats.org/drawingml/2006/main">
            <a:pPr algn="l">
              <a:lnSpc>
                <a:spcPct val="116000"/>
              </a:lnSpc>
              <a:buNone/>
              <a:defRPr sz="1950" b="0">
                <a:solidFill>
                  <a:srgbClr val="292929"/>
                </a:solidFill>
                <a:latin typeface="KoPubDotum"/>
                <a:ea typeface="KoPubDotum"/>
                <a:cs typeface="KoPubDotum"/>
              </a:defRPr>
            </a:pPr>
            <a:r>
              <a:rPr sz="1950" b="0">
                <a:solidFill>
                  <a:srgbClr val="292929"/>
                </a:solidFill>
                <a:latin typeface="KoPubDotum"/>
                <a:ea typeface="KoPubDotum"/>
                <a:cs typeface="KoPubDotum"/>
              </a:rPr>
              <a:t>iPad와 태블릿 연결</a:t>
            </a:r>
          </a:p>
        </p:txBody>
      </p:sp>
      <p:sp>
        <p:nvSpPr>
          <p:cNvPr id="2" name="17">
            <a:extLst xmlns:a="http://schemas.openxmlformats.org/drawingml/2006/main">
              <a:ext uri="{FF2B5EF4-FFF2-40B4-BE49-F238E27FC236}">
                <a16:creationId xmlns:a16="http://schemas.microsoft.com/office/drawing/2014/main" id="{DF1F796B-B750-414E-BCA4-E56E19DF6E3F}"/>
              </a:ext>
            </a:extLst>
          </p:cNvPr>
          <p:cNvSpPr>
            <a:spLocks xmlns:a="http://schemas.openxmlformats.org/drawingml/2006/main" noGrp="1"/>
          </p:cNvSpPr>
          <p:nvPr/>
        </p:nvSpPr>
        <p:spPr>
          <a:xfrm xmlns:a="http://schemas.openxmlformats.org/drawingml/2006/main">
            <a:off x="5107782" y="7064375"/>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50" b="0">
                <a:solidFill>
                  <a:srgbClr val="5A554E"/>
                </a:solidFill>
                <a:latin typeface="KoPubDotum"/>
                <a:ea typeface="KoPubDotum"/>
                <a:cs typeface="KoPubDotum"/>
              </a:defRPr>
            </a:defPPr>
          </a:lstStyle>
          <a:p xmlns:a="http://schemas.openxmlformats.org/drawingml/2006/main">
            <a:pPr algn="ctr">
              <a:lnSpc>
                <a:spcPct val="116000"/>
              </a:lnSpc>
              <a:buNone/>
              <a:defRPr sz="1050" b="0">
                <a:solidFill>
                  <a:srgbClr val="5A554E"/>
                </a:solidFill>
                <a:latin typeface="KoPubDotum"/>
                <a:ea typeface="KoPubDotum"/>
                <a:cs typeface="KoPubDotum"/>
              </a:defRPr>
            </a:pPr>
            <a:r>
              <a:rPr sz="1050" b="0">
                <a:solidFill>
                  <a:srgbClr val="5A554E"/>
                </a:solidFill>
                <a:latin typeface="KoPubDotum"/>
                <a:ea typeface="KoPubDotum"/>
                <a:cs typeface="KoPubDotum"/>
              </a:rPr>
              <a:t>17</a:t>
            </a:r>
          </a:p>
        </p:txBody>
      </p:sp>
      <p:sp>
        <p:nvSpPr>
          <p:cNvPr id="3" name="앱 준비">
            <a:extLst xmlns:a="http://schemas.openxmlformats.org/drawingml/2006/main">
              <a:ext uri="{FF2B5EF4-FFF2-40B4-BE49-F238E27FC236}">
                <a16:creationId xmlns:a16="http://schemas.microsoft.com/office/drawing/2014/main" id="{8F239CF5-12C2-493E-9231-9CB1CA98C4DD}"/>
              </a:ext>
            </a:extLst>
          </p:cNvPr>
          <p:cNvSpPr>
            <a:spLocks xmlns:a="http://schemas.openxmlformats.org/drawingml/2006/main" noGrp="1"/>
          </p:cNvSpPr>
          <p:nvPr/>
        </p:nvSpPr>
        <p:spPr>
          <a:xfrm xmlns:a="http://schemas.openxmlformats.org/drawingml/2006/main">
            <a:off x="523875" y="2047875"/>
            <a:ext cx="9644063" cy="37909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292929"/>
                </a:solidFill>
                <a:latin typeface="KoPubDotum"/>
                <a:ea typeface="KoPubDotum"/>
                <a:cs typeface="KoPubDotum"/>
              </a:defRPr>
            </a:defPPr>
          </a:lstStyle>
          <a:p xmlns:a="http://schemas.openxmlformats.org/drawingml/2006/main">
            <a:pPr algn="l">
              <a:lnSpc>
                <a:spcPct val="116000"/>
              </a:lnSpc>
              <a:buNone/>
              <a:defRPr sz="1950" b="1">
                <a:solidFill>
                  <a:srgbClr val="292929"/>
                </a:solidFill>
                <a:latin typeface="KoPubDotum"/>
                <a:ea typeface="KoPubDotum"/>
                <a:cs typeface="KoPubDotum"/>
              </a:defRPr>
            </a:pPr>
            <a:r>
              <a:rPr sz="1950" b="1">
                <a:solidFill>
                  <a:srgbClr val="292929"/>
                </a:solidFill>
                <a:latin typeface="KoPubDotum"/>
                <a:ea typeface="KoPubDotum"/>
                <a:cs typeface="KoPubDotum"/>
              </a:rPr>
              <a:t>앱 준비</a:t>
            </a:r>
          </a:p>
        </p:txBody>
      </p:sp>
      <p:sp>
        <p:nvSpPr>
          <p:cNvPr id="4" name="공식 SPIKE App을 설치하고 스파이크 프라임을 고릅니">
            <a:extLst xmlns:a="http://schemas.openxmlformats.org/drawingml/2006/main">
              <a:ext uri="{FF2B5EF4-FFF2-40B4-BE49-F238E27FC236}">
                <a16:creationId xmlns:a16="http://schemas.microsoft.com/office/drawing/2014/main" id="{6A7956E2-A9E4-4A7D-840A-8558AF0A097A}"/>
              </a:ext>
            </a:extLst>
          </p:cNvPr>
          <p:cNvSpPr>
            <a:spLocks xmlns:a="http://schemas.openxmlformats.org/drawingml/2006/main" noGrp="1"/>
          </p:cNvSpPr>
          <p:nvPr/>
        </p:nvSpPr>
        <p:spPr>
          <a:xfrm xmlns:a="http://schemas.openxmlformats.org/drawingml/2006/main">
            <a:off x="523875" y="2484120"/>
            <a:ext cx="9644063" cy="73990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292929"/>
                </a:solidFill>
                <a:latin typeface="KoPubDotum"/>
                <a:ea typeface="KoPubDotum"/>
                <a:cs typeface="KoPubDotum"/>
              </a:defRPr>
            </a:defPPr>
          </a:lstStyle>
          <a:p xmlns:a="http://schemas.openxmlformats.org/drawingml/2006/main">
            <a:pPr algn="l">
              <a:lnSpc>
                <a:spcPct val="116000"/>
              </a:lnSpc>
              <a:buNone/>
              <a:defRPr sz="1950" b="0">
                <a:solidFill>
                  <a:srgbClr val="292929"/>
                </a:solidFill>
                <a:latin typeface="KoPubDotum"/>
                <a:ea typeface="KoPubDotum"/>
                <a:cs typeface="KoPubDotum"/>
              </a:defRPr>
            </a:pPr>
            <a:r>
              <a:rPr sz="1950" b="0">
                <a:solidFill>
                  <a:srgbClr val="292929"/>
                </a:solidFill>
                <a:latin typeface="KoPubDotum"/>
                <a:ea typeface="KoPubDotum"/>
                <a:cs typeface="KoPubDotum"/>
              </a:rPr>
              <a:t>공식 SPIKE App을 설치하고 스파이크 프라임을 고릅니다.</a:t>
            </a:r>
          </a:p>
          <a:p xmlns:a="http://schemas.openxmlformats.org/drawingml/2006/main">
            <a:pPr algn="l">
              <a:lnSpc>
                <a:spcPct val="116000"/>
              </a:lnSpc>
              <a:buNone/>
              <a:defRPr sz="1950" b="0">
                <a:solidFill>
                  <a:srgbClr val="292929"/>
                </a:solidFill>
                <a:latin typeface="KoPubDotum"/>
                <a:ea typeface="KoPubDotum"/>
                <a:cs typeface="KoPubDotum"/>
              </a:defRPr>
            </a:pPr>
            <a:r>
              <a:rPr sz="1950" b="0">
                <a:solidFill>
                  <a:srgbClr val="292929"/>
                </a:solidFill>
                <a:latin typeface="KoPubDotum"/>
                <a:ea typeface="KoPubDotum"/>
                <a:cs typeface="KoPubDotum"/>
              </a:rPr>
              <a:t>기기와 앱의 Bluetooth 권한을 허용합니다.</a:t>
            </a:r>
          </a:p>
        </p:txBody>
      </p:sp>
      <p:sp>
        <p:nvSpPr>
          <p:cNvPr id="5" name="프로젝트에서 연결">
            <a:extLst xmlns:a="http://schemas.openxmlformats.org/drawingml/2006/main">
              <a:ext uri="{FF2B5EF4-FFF2-40B4-BE49-F238E27FC236}">
                <a16:creationId xmlns:a16="http://schemas.microsoft.com/office/drawing/2014/main" id="{CD236B0B-F36B-4F29-A2DF-A85595D5F2AA}"/>
              </a:ext>
            </a:extLst>
          </p:cNvPr>
          <p:cNvSpPr>
            <a:spLocks xmlns:a="http://schemas.openxmlformats.org/drawingml/2006/main" noGrp="1"/>
          </p:cNvSpPr>
          <p:nvPr/>
        </p:nvSpPr>
        <p:spPr>
          <a:xfrm xmlns:a="http://schemas.openxmlformats.org/drawingml/2006/main">
            <a:off x="523875" y="3471672"/>
            <a:ext cx="9644063" cy="37909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292929"/>
                </a:solidFill>
                <a:latin typeface="KoPubDotum"/>
                <a:ea typeface="KoPubDotum"/>
                <a:cs typeface="KoPubDotum"/>
              </a:defRPr>
            </a:defPPr>
          </a:lstStyle>
          <a:p xmlns:a="http://schemas.openxmlformats.org/drawingml/2006/main">
            <a:pPr algn="l">
              <a:lnSpc>
                <a:spcPct val="116000"/>
              </a:lnSpc>
              <a:buNone/>
              <a:defRPr sz="1950" b="1">
                <a:solidFill>
                  <a:srgbClr val="292929"/>
                </a:solidFill>
                <a:latin typeface="KoPubDotum"/>
                <a:ea typeface="KoPubDotum"/>
                <a:cs typeface="KoPubDotum"/>
              </a:defRPr>
            </a:pPr>
            <a:r>
              <a:rPr sz="1950" b="1">
                <a:solidFill>
                  <a:srgbClr val="292929"/>
                </a:solidFill>
                <a:latin typeface="KoPubDotum"/>
                <a:ea typeface="KoPubDotum"/>
                <a:cs typeface="KoPubDotum"/>
              </a:rPr>
              <a:t>프로젝트에서 연결</a:t>
            </a:r>
          </a:p>
        </p:txBody>
      </p:sp>
      <p:sp>
        <p:nvSpPr>
          <p:cNvPr id="6" name="단어 블록 프로젝트를 만든 뒤 Hub 아이콘을 누릅니다.&#10;">
            <a:extLst xmlns:a="http://schemas.openxmlformats.org/drawingml/2006/main">
              <a:ext uri="{FF2B5EF4-FFF2-40B4-BE49-F238E27FC236}">
                <a16:creationId xmlns:a16="http://schemas.microsoft.com/office/drawing/2014/main" id="{99D65E3B-8203-45C3-8F3F-8C111E0C3C5F}"/>
              </a:ext>
            </a:extLst>
          </p:cNvPr>
          <p:cNvSpPr>
            <a:spLocks xmlns:a="http://schemas.openxmlformats.org/drawingml/2006/main" noGrp="1"/>
          </p:cNvSpPr>
          <p:nvPr/>
        </p:nvSpPr>
        <p:spPr>
          <a:xfrm xmlns:a="http://schemas.openxmlformats.org/drawingml/2006/main">
            <a:off x="523875" y="3907917"/>
            <a:ext cx="9644063" cy="73990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292929"/>
                </a:solidFill>
                <a:latin typeface="KoPubDotum"/>
                <a:ea typeface="KoPubDotum"/>
                <a:cs typeface="KoPubDotum"/>
              </a:defRPr>
            </a:defPPr>
          </a:lstStyle>
          <a:p xmlns:a="http://schemas.openxmlformats.org/drawingml/2006/main">
            <a:pPr algn="l">
              <a:lnSpc>
                <a:spcPct val="116000"/>
              </a:lnSpc>
              <a:buNone/>
              <a:defRPr sz="1950" b="0">
                <a:solidFill>
                  <a:srgbClr val="292929"/>
                </a:solidFill>
                <a:latin typeface="KoPubDotum"/>
                <a:ea typeface="KoPubDotum"/>
                <a:cs typeface="KoPubDotum"/>
              </a:defRPr>
            </a:pPr>
            <a:r>
              <a:rPr sz="1950" b="0">
                <a:solidFill>
                  <a:srgbClr val="292929"/>
                </a:solidFill>
                <a:latin typeface="KoPubDotum"/>
                <a:ea typeface="KoPubDotum"/>
                <a:cs typeface="KoPubDotum"/>
              </a:rPr>
              <a:t>단어 블록 프로젝트를 만든 뒤 Hub 아이콘을 누릅니다.</a:t>
            </a:r>
          </a:p>
          <a:p xmlns:a="http://schemas.openxmlformats.org/drawingml/2006/main">
            <a:pPr algn="l">
              <a:lnSpc>
                <a:spcPct val="116000"/>
              </a:lnSpc>
              <a:buNone/>
              <a:defRPr sz="1950" b="0">
                <a:solidFill>
                  <a:srgbClr val="292929"/>
                </a:solidFill>
                <a:latin typeface="KoPubDotum"/>
                <a:ea typeface="KoPubDotum"/>
                <a:cs typeface="KoPubDotum"/>
              </a:defRPr>
            </a:pPr>
            <a:r>
              <a:rPr sz="1950" b="0">
                <a:solidFill>
                  <a:srgbClr val="292929"/>
                </a:solidFill>
                <a:latin typeface="KoPubDotum"/>
                <a:ea typeface="KoPubDotum"/>
                <a:cs typeface="KoPubDotum"/>
              </a:rPr>
              <a:t>Hub의 Bluetooth 버튼을 누르고 모둠 이름을 고릅니다.</a:t>
            </a:r>
          </a:p>
        </p:txBody>
      </p:sp>
      <p:sp>
        <p:nvSpPr>
          <p:cNvPr id="7" name="수업 전 시험">
            <a:extLst xmlns:a="http://schemas.openxmlformats.org/drawingml/2006/main">
              <a:ext uri="{FF2B5EF4-FFF2-40B4-BE49-F238E27FC236}">
                <a16:creationId xmlns:a16="http://schemas.microsoft.com/office/drawing/2014/main" id="{9C3D8B65-481C-48B6-A252-D4C7ACF65DBD}"/>
              </a:ext>
            </a:extLst>
          </p:cNvPr>
          <p:cNvSpPr>
            <a:spLocks xmlns:a="http://schemas.openxmlformats.org/drawingml/2006/main" noGrp="1"/>
          </p:cNvSpPr>
          <p:nvPr/>
        </p:nvSpPr>
        <p:spPr>
          <a:xfrm xmlns:a="http://schemas.openxmlformats.org/drawingml/2006/main">
            <a:off x="523875" y="4895469"/>
            <a:ext cx="9644063" cy="37909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292929"/>
                </a:solidFill>
                <a:latin typeface="KoPubDotum"/>
                <a:ea typeface="KoPubDotum"/>
                <a:cs typeface="KoPubDotum"/>
              </a:defRPr>
            </a:defPPr>
          </a:lstStyle>
          <a:p xmlns:a="http://schemas.openxmlformats.org/drawingml/2006/main">
            <a:pPr algn="l">
              <a:lnSpc>
                <a:spcPct val="116000"/>
              </a:lnSpc>
              <a:buNone/>
              <a:defRPr sz="1950" b="1">
                <a:solidFill>
                  <a:srgbClr val="292929"/>
                </a:solidFill>
                <a:latin typeface="KoPubDotum"/>
                <a:ea typeface="KoPubDotum"/>
                <a:cs typeface="KoPubDotum"/>
              </a:defRPr>
            </a:pPr>
            <a:r>
              <a:rPr sz="1950" b="1">
                <a:solidFill>
                  <a:srgbClr val="292929"/>
                </a:solidFill>
                <a:latin typeface="KoPubDotum"/>
                <a:ea typeface="KoPubDotum"/>
                <a:cs typeface="KoPubDotum"/>
              </a:rPr>
              <a:t>수업 전 시험</a:t>
            </a:r>
          </a:p>
        </p:txBody>
      </p:sp>
      <p:sp>
        <p:nvSpPr>
          <p:cNvPr id="8" name="학생이 쓸 기기에서 연결과 저장을 미리 해봅니다.&#10;저장한 ">
            <a:extLst xmlns:a="http://schemas.openxmlformats.org/drawingml/2006/main">
              <a:ext uri="{FF2B5EF4-FFF2-40B4-BE49-F238E27FC236}">
                <a16:creationId xmlns:a16="http://schemas.microsoft.com/office/drawing/2014/main" id="{B4AD6627-EA69-466A-B2E2-63E30D918E9F}"/>
              </a:ext>
            </a:extLst>
          </p:cNvPr>
          <p:cNvSpPr>
            <a:spLocks xmlns:a="http://schemas.openxmlformats.org/drawingml/2006/main" noGrp="1"/>
          </p:cNvSpPr>
          <p:nvPr/>
        </p:nvSpPr>
        <p:spPr>
          <a:xfrm xmlns:a="http://schemas.openxmlformats.org/drawingml/2006/main">
            <a:off x="523875" y="5331714"/>
            <a:ext cx="9644063" cy="73990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292929"/>
                </a:solidFill>
                <a:latin typeface="KoPubDotum"/>
                <a:ea typeface="KoPubDotum"/>
                <a:cs typeface="KoPubDotum"/>
              </a:defRPr>
            </a:defPPr>
          </a:lstStyle>
          <a:p xmlns:a="http://schemas.openxmlformats.org/drawingml/2006/main">
            <a:pPr algn="l">
              <a:lnSpc>
                <a:spcPct val="116000"/>
              </a:lnSpc>
              <a:buNone/>
              <a:defRPr sz="1950" b="0">
                <a:solidFill>
                  <a:srgbClr val="292929"/>
                </a:solidFill>
                <a:latin typeface="KoPubDotum"/>
                <a:ea typeface="KoPubDotum"/>
                <a:cs typeface="KoPubDotum"/>
              </a:defRPr>
            </a:pPr>
            <a:r>
              <a:rPr sz="1950" b="0">
                <a:solidFill>
                  <a:srgbClr val="292929"/>
                </a:solidFill>
                <a:latin typeface="KoPubDotum"/>
                <a:ea typeface="KoPubDotum"/>
                <a:cs typeface="KoPubDotum"/>
              </a:rPr>
              <a:t>학생이 쓸 기기에서 연결과 저장을 미리 해봅니다.</a:t>
            </a:r>
          </a:p>
          <a:p xmlns:a="http://schemas.openxmlformats.org/drawingml/2006/main">
            <a:pPr algn="l">
              <a:lnSpc>
                <a:spcPct val="116000"/>
              </a:lnSpc>
              <a:buNone/>
              <a:defRPr sz="1950" b="0">
                <a:solidFill>
                  <a:srgbClr val="292929"/>
                </a:solidFill>
                <a:latin typeface="KoPubDotum"/>
                <a:ea typeface="KoPubDotum"/>
                <a:cs typeface="KoPubDotum"/>
              </a:defRPr>
            </a:pPr>
            <a:r>
              <a:rPr sz="1950" b="0">
                <a:solidFill>
                  <a:srgbClr val="292929"/>
                </a:solidFill>
                <a:latin typeface="KoPubDotum"/>
                <a:ea typeface="KoPubDotum"/>
                <a:cs typeface="KoPubDotum"/>
              </a:rPr>
              <a:t>저장한 프로젝트를 다시 열고 짧게 주행해 봅니다.</a:t>
            </a:r>
          </a:p>
        </p:txBody>
      </p:sp>
    </p:spTree>
    <p:extLst>
      <p:ext uri="{BB962C8B-B14F-4D97-AF65-F5344CB8AC3E}">
        <p14:creationId xmlns:p14="http://schemas.microsoft.com/office/powerpoint/2010/main" val="1814538433"/>
      </p:ext>
    </p:extLst>
  </p:cSld>
</p:sld>
</file>

<file path=ppt/slides/slide18.xml><?xml version="1.0" encoding="utf-8"?>
<p:sld xmlns:p="http://schemas.openxmlformats.org/presentationml/2006/main">
  <p:cSld>
    <p:spTree>
      <p:nvGrpSpPr>
        <p:cNvPr id="1" name=""/>
        <p:cNvGrpSpPr/>
        <p:nvPr/>
      </p:nvGrpSpPr>
      <p:grpSpPr>
        <a:xfrm xmlns:a="http://schemas.openxmlformats.org/drawingml/2006/main"/>
      </p:grpSpPr>
      <p:sp>
        <p:nvSpPr>
          <p:cNvPr id="9" name="드라이빙 베이스 조립 설명서">
            <a:extLst xmlns:a="http://schemas.openxmlformats.org/drawingml/2006/main">
              <a:ext uri="{FF2B5EF4-FFF2-40B4-BE49-F238E27FC236}">
                <a16:creationId xmlns:a16="http://schemas.microsoft.com/office/drawing/2014/main" id="{46B0335E-52E0-4160-8FBF-168450555338}"/>
              </a:ext>
            </a:extLst>
          </p:cNvPr>
          <p:cNvSpPr>
            <a:spLocks xmlns:a="http://schemas.openxmlformats.org/drawingml/2006/main" noGrp="1"/>
          </p:cNvSpPr>
          <p:nvPr/>
        </p:nvSpPr>
        <p:spPr>
          <a:xfrm xmlns:a="http://schemas.openxmlformats.org/drawingml/2006/main">
            <a:off x="476250" y="1428750"/>
            <a:ext cx="9739313"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292929"/>
                </a:solidFill>
                <a:latin typeface="KoPubDotum"/>
                <a:ea typeface="KoPubDotum"/>
                <a:cs typeface="KoPubDotum"/>
              </a:defRPr>
            </a:defPPr>
          </a:lstStyle>
          <a:p xmlns:a="http://schemas.openxmlformats.org/drawingml/2006/main">
            <a:pPr algn="l">
              <a:lnSpc>
                <a:spcPct val="116000"/>
              </a:lnSpc>
              <a:buNone/>
              <a:defRPr sz="1950" b="0">
                <a:solidFill>
                  <a:srgbClr val="292929"/>
                </a:solidFill>
                <a:latin typeface="KoPubDotum"/>
                <a:ea typeface="KoPubDotum"/>
                <a:cs typeface="KoPubDotum"/>
              </a:defRPr>
            </a:pPr>
            <a:r>
              <a:rPr sz="1950" b="0">
                <a:solidFill>
                  <a:srgbClr val="292929"/>
                </a:solidFill>
                <a:latin typeface="KoPubDotum"/>
                <a:ea typeface="KoPubDotum"/>
                <a:cs typeface="KoPubDotum"/>
              </a:rPr>
              <a:t>드라이빙 베이스 조립 설명서</a:t>
            </a:r>
          </a:p>
        </p:txBody>
      </p:sp>
      <p:sp>
        <p:nvSpPr>
          <p:cNvPr id="2" name="18">
            <a:extLst xmlns:a="http://schemas.openxmlformats.org/drawingml/2006/main">
              <a:ext uri="{FF2B5EF4-FFF2-40B4-BE49-F238E27FC236}">
                <a16:creationId xmlns:a16="http://schemas.microsoft.com/office/drawing/2014/main" id="{B41E9B08-BAD7-44B3-966C-B7FD6275D2A6}"/>
              </a:ext>
            </a:extLst>
          </p:cNvPr>
          <p:cNvSpPr>
            <a:spLocks xmlns:a="http://schemas.openxmlformats.org/drawingml/2006/main" noGrp="1"/>
          </p:cNvSpPr>
          <p:nvPr/>
        </p:nvSpPr>
        <p:spPr>
          <a:xfrm xmlns:a="http://schemas.openxmlformats.org/drawingml/2006/main">
            <a:off x="5107782" y="7064375"/>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50" b="0">
                <a:solidFill>
                  <a:srgbClr val="5A554E"/>
                </a:solidFill>
                <a:latin typeface="KoPubDotum"/>
                <a:ea typeface="KoPubDotum"/>
                <a:cs typeface="KoPubDotum"/>
              </a:defRPr>
            </a:defPPr>
          </a:lstStyle>
          <a:p xmlns:a="http://schemas.openxmlformats.org/drawingml/2006/main">
            <a:pPr algn="ctr">
              <a:lnSpc>
                <a:spcPct val="116000"/>
              </a:lnSpc>
              <a:buNone/>
              <a:defRPr sz="1050" b="0">
                <a:solidFill>
                  <a:srgbClr val="5A554E"/>
                </a:solidFill>
                <a:latin typeface="KoPubDotum"/>
                <a:ea typeface="KoPubDotum"/>
                <a:cs typeface="KoPubDotum"/>
              </a:defRPr>
            </a:pPr>
            <a:r>
              <a:rPr sz="1050" b="0">
                <a:solidFill>
                  <a:srgbClr val="5A554E"/>
                </a:solidFill>
                <a:latin typeface="KoPubDotum"/>
                <a:ea typeface="KoPubDotum"/>
                <a:cs typeface="KoPubDotum"/>
              </a:rPr>
              <a:t>18</a:t>
            </a:r>
          </a:p>
        </p:txBody>
      </p:sp>
      <p:sp>
        <p:nvSpPr>
          <p:cNvPr id="3" name="오늘 사용할 모델">
            <a:extLst xmlns:a="http://schemas.openxmlformats.org/drawingml/2006/main">
              <a:ext uri="{FF2B5EF4-FFF2-40B4-BE49-F238E27FC236}">
                <a16:creationId xmlns:a16="http://schemas.microsoft.com/office/drawing/2014/main" id="{509243DF-D127-4850-8A84-99FA46124836}"/>
              </a:ext>
            </a:extLst>
          </p:cNvPr>
          <p:cNvSpPr>
            <a:spLocks xmlns:a="http://schemas.openxmlformats.org/drawingml/2006/main" noGrp="1"/>
          </p:cNvSpPr>
          <p:nvPr/>
        </p:nvSpPr>
        <p:spPr>
          <a:xfrm xmlns:a="http://schemas.openxmlformats.org/drawingml/2006/main">
            <a:off x="523875" y="2047875"/>
            <a:ext cx="9644063" cy="37909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292929"/>
                </a:solidFill>
                <a:latin typeface="KoPubDotum"/>
                <a:ea typeface="KoPubDotum"/>
                <a:cs typeface="KoPubDotum"/>
              </a:defRPr>
            </a:defPPr>
          </a:lstStyle>
          <a:p xmlns:a="http://schemas.openxmlformats.org/drawingml/2006/main">
            <a:pPr algn="l">
              <a:lnSpc>
                <a:spcPct val="116000"/>
              </a:lnSpc>
              <a:buNone/>
              <a:defRPr sz="1950" b="1">
                <a:solidFill>
                  <a:srgbClr val="292929"/>
                </a:solidFill>
                <a:latin typeface="KoPubDotum"/>
                <a:ea typeface="KoPubDotum"/>
                <a:cs typeface="KoPubDotum"/>
              </a:defRPr>
            </a:pPr>
            <a:r>
              <a:rPr sz="1950" b="1">
                <a:solidFill>
                  <a:srgbClr val="292929"/>
                </a:solidFill>
                <a:latin typeface="KoPubDotum"/>
                <a:ea typeface="KoPubDotum"/>
                <a:cs typeface="KoPubDotum"/>
              </a:rPr>
              <a:t>오늘 사용할 모델</a:t>
            </a:r>
          </a:p>
        </p:txBody>
      </p:sp>
      <p:sp>
        <p:nvSpPr>
          <p:cNvPr id="4" name="앱의 조립 메뉴에서 드라이빙 베이스 1을 엽니다.&#10;드라이빙">
            <a:extLst xmlns:a="http://schemas.openxmlformats.org/drawingml/2006/main">
              <a:ext uri="{FF2B5EF4-FFF2-40B4-BE49-F238E27FC236}">
                <a16:creationId xmlns:a16="http://schemas.microsoft.com/office/drawing/2014/main" id="{001EF9F2-910E-44D2-A355-79811CC97631}"/>
              </a:ext>
            </a:extLst>
          </p:cNvPr>
          <p:cNvSpPr>
            <a:spLocks xmlns:a="http://schemas.openxmlformats.org/drawingml/2006/main" noGrp="1"/>
          </p:cNvSpPr>
          <p:nvPr/>
        </p:nvSpPr>
        <p:spPr>
          <a:xfrm xmlns:a="http://schemas.openxmlformats.org/drawingml/2006/main">
            <a:off x="523875" y="2484120"/>
            <a:ext cx="9644063" cy="73990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292929"/>
                </a:solidFill>
                <a:latin typeface="KoPubDotum"/>
                <a:ea typeface="KoPubDotum"/>
                <a:cs typeface="KoPubDotum"/>
              </a:defRPr>
            </a:defPPr>
          </a:lstStyle>
          <a:p xmlns:a="http://schemas.openxmlformats.org/drawingml/2006/main">
            <a:pPr algn="l">
              <a:lnSpc>
                <a:spcPct val="116000"/>
              </a:lnSpc>
              <a:buNone/>
              <a:defRPr sz="1950" b="0">
                <a:solidFill>
                  <a:srgbClr val="292929"/>
                </a:solidFill>
                <a:latin typeface="KoPubDotum"/>
                <a:ea typeface="KoPubDotum"/>
                <a:cs typeface="KoPubDotum"/>
              </a:defRPr>
            </a:pPr>
            <a:r>
              <a:rPr sz="1950" b="0">
                <a:solidFill>
                  <a:srgbClr val="292929"/>
                </a:solidFill>
                <a:latin typeface="KoPubDotum"/>
                <a:ea typeface="KoPubDotum"/>
                <a:cs typeface="KoPubDotum"/>
              </a:rPr>
              <a:t>앱의 조립 메뉴에서 드라이빙 베이스 1을 엽니다.</a:t>
            </a:r>
          </a:p>
          <a:p xmlns:a="http://schemas.openxmlformats.org/drawingml/2006/main">
            <a:pPr algn="l">
              <a:lnSpc>
                <a:spcPct val="116000"/>
              </a:lnSpc>
              <a:buNone/>
              <a:defRPr sz="1950" b="0">
                <a:solidFill>
                  <a:srgbClr val="292929"/>
                </a:solidFill>
                <a:latin typeface="KoPubDotum"/>
                <a:ea typeface="KoPubDotum"/>
                <a:cs typeface="KoPubDotum"/>
              </a:defRPr>
            </a:pPr>
            <a:r>
              <a:rPr sz="1950" b="0">
                <a:solidFill>
                  <a:srgbClr val="292929"/>
                </a:solidFill>
                <a:latin typeface="KoPubDotum"/>
                <a:ea typeface="KoPubDotum"/>
                <a:cs typeface="KoPubDotum"/>
              </a:rPr>
              <a:t>드라이빙 베이스 2·3, 고급형 설명서와 구별합니다.</a:t>
            </a:r>
          </a:p>
        </p:txBody>
      </p:sp>
      <p:sp>
        <p:nvSpPr>
          <p:cNvPr id="5" name="두 사람이 함께 조립">
            <a:extLst xmlns:a="http://schemas.openxmlformats.org/drawingml/2006/main">
              <a:ext uri="{FF2B5EF4-FFF2-40B4-BE49-F238E27FC236}">
                <a16:creationId xmlns:a16="http://schemas.microsoft.com/office/drawing/2014/main" id="{2E37CC69-8A66-4BB6-BD88-764D210005F4}"/>
              </a:ext>
            </a:extLst>
          </p:cNvPr>
          <p:cNvSpPr>
            <a:spLocks xmlns:a="http://schemas.openxmlformats.org/drawingml/2006/main" noGrp="1"/>
          </p:cNvSpPr>
          <p:nvPr/>
        </p:nvSpPr>
        <p:spPr>
          <a:xfrm xmlns:a="http://schemas.openxmlformats.org/drawingml/2006/main">
            <a:off x="523875" y="3471672"/>
            <a:ext cx="9644063" cy="37909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292929"/>
                </a:solidFill>
                <a:latin typeface="KoPubDotum"/>
                <a:ea typeface="KoPubDotum"/>
                <a:cs typeface="KoPubDotum"/>
              </a:defRPr>
            </a:defPPr>
          </a:lstStyle>
          <a:p xmlns:a="http://schemas.openxmlformats.org/drawingml/2006/main">
            <a:pPr algn="l">
              <a:lnSpc>
                <a:spcPct val="116000"/>
              </a:lnSpc>
              <a:buNone/>
              <a:defRPr sz="1950" b="1">
                <a:solidFill>
                  <a:srgbClr val="292929"/>
                </a:solidFill>
                <a:latin typeface="KoPubDotum"/>
                <a:ea typeface="KoPubDotum"/>
                <a:cs typeface="KoPubDotum"/>
              </a:defRPr>
            </a:pPr>
            <a:r>
              <a:rPr sz="1950" b="1">
                <a:solidFill>
                  <a:srgbClr val="292929"/>
                </a:solidFill>
                <a:latin typeface="KoPubDotum"/>
                <a:ea typeface="KoPubDotum"/>
                <a:cs typeface="KoPubDotum"/>
              </a:rPr>
              <a:t>두 사람이 함께 조립</a:t>
            </a:r>
          </a:p>
        </p:txBody>
      </p:sp>
      <p:sp>
        <p:nvSpPr>
          <p:cNvPr id="6" name="한 사람은 부품을 찾고 다른 사람은 조립합니다.&#10;중간에 역">
            <a:extLst xmlns:a="http://schemas.openxmlformats.org/drawingml/2006/main">
              <a:ext uri="{FF2B5EF4-FFF2-40B4-BE49-F238E27FC236}">
                <a16:creationId xmlns:a16="http://schemas.microsoft.com/office/drawing/2014/main" id="{686A69F6-8CD7-43AA-A0CD-590F4E350D67}"/>
              </a:ext>
            </a:extLst>
          </p:cNvPr>
          <p:cNvSpPr>
            <a:spLocks xmlns:a="http://schemas.openxmlformats.org/drawingml/2006/main" noGrp="1"/>
          </p:cNvSpPr>
          <p:nvPr/>
        </p:nvSpPr>
        <p:spPr>
          <a:xfrm xmlns:a="http://schemas.openxmlformats.org/drawingml/2006/main">
            <a:off x="523875" y="3907917"/>
            <a:ext cx="9644063" cy="73990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292929"/>
                </a:solidFill>
                <a:latin typeface="KoPubDotum"/>
                <a:ea typeface="KoPubDotum"/>
                <a:cs typeface="KoPubDotum"/>
              </a:defRPr>
            </a:defPPr>
          </a:lstStyle>
          <a:p xmlns:a="http://schemas.openxmlformats.org/drawingml/2006/main">
            <a:pPr algn="l">
              <a:lnSpc>
                <a:spcPct val="116000"/>
              </a:lnSpc>
              <a:buNone/>
              <a:defRPr sz="1950" b="0">
                <a:solidFill>
                  <a:srgbClr val="292929"/>
                </a:solidFill>
                <a:latin typeface="KoPubDotum"/>
                <a:ea typeface="KoPubDotum"/>
                <a:cs typeface="KoPubDotum"/>
              </a:defRPr>
            </a:pPr>
            <a:r>
              <a:rPr sz="1950" b="0">
                <a:solidFill>
                  <a:srgbClr val="292929"/>
                </a:solidFill>
                <a:latin typeface="KoPubDotum"/>
                <a:ea typeface="KoPubDotum"/>
                <a:cs typeface="KoPubDotum"/>
              </a:rPr>
              <a:t>한 사람은 부품을 찾고 다른 사람은 조립합니다.</a:t>
            </a:r>
          </a:p>
          <a:p xmlns:a="http://schemas.openxmlformats.org/drawingml/2006/main">
            <a:pPr algn="l">
              <a:lnSpc>
                <a:spcPct val="116000"/>
              </a:lnSpc>
              <a:buNone/>
              <a:defRPr sz="1950" b="0">
                <a:solidFill>
                  <a:srgbClr val="292929"/>
                </a:solidFill>
                <a:latin typeface="KoPubDotum"/>
                <a:ea typeface="KoPubDotum"/>
                <a:cs typeface="KoPubDotum"/>
              </a:defRPr>
            </a:pPr>
            <a:r>
              <a:rPr sz="1950" b="0">
                <a:solidFill>
                  <a:srgbClr val="292929"/>
                </a:solidFill>
                <a:latin typeface="KoPubDotum"/>
                <a:ea typeface="KoPubDotum"/>
                <a:cs typeface="KoPubDotum"/>
              </a:rPr>
              <a:t>중간에 역할을 바꾸고 Hub의 앞 방향을 함께 확인합니다.</a:t>
            </a:r>
          </a:p>
        </p:txBody>
      </p:sp>
      <p:sp>
        <p:nvSpPr>
          <p:cNvPr id="7" name="주행 전 확인">
            <a:extLst xmlns:a="http://schemas.openxmlformats.org/drawingml/2006/main">
              <a:ext uri="{FF2B5EF4-FFF2-40B4-BE49-F238E27FC236}">
                <a16:creationId xmlns:a16="http://schemas.microsoft.com/office/drawing/2014/main" id="{87EE4579-F388-4FCB-8A75-64599E7A156F}"/>
              </a:ext>
            </a:extLst>
          </p:cNvPr>
          <p:cNvSpPr>
            <a:spLocks xmlns:a="http://schemas.openxmlformats.org/drawingml/2006/main" noGrp="1"/>
          </p:cNvSpPr>
          <p:nvPr/>
        </p:nvSpPr>
        <p:spPr>
          <a:xfrm xmlns:a="http://schemas.openxmlformats.org/drawingml/2006/main">
            <a:off x="523875" y="4895469"/>
            <a:ext cx="9644063" cy="37909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292929"/>
                </a:solidFill>
                <a:latin typeface="KoPubDotum"/>
                <a:ea typeface="KoPubDotum"/>
                <a:cs typeface="KoPubDotum"/>
              </a:defRPr>
            </a:defPPr>
          </a:lstStyle>
          <a:p xmlns:a="http://schemas.openxmlformats.org/drawingml/2006/main">
            <a:pPr algn="l">
              <a:lnSpc>
                <a:spcPct val="116000"/>
              </a:lnSpc>
              <a:buNone/>
              <a:defRPr sz="1950" b="1">
                <a:solidFill>
                  <a:srgbClr val="292929"/>
                </a:solidFill>
                <a:latin typeface="KoPubDotum"/>
                <a:ea typeface="KoPubDotum"/>
                <a:cs typeface="KoPubDotum"/>
              </a:defRPr>
            </a:pPr>
            <a:r>
              <a:rPr sz="1950" b="1">
                <a:solidFill>
                  <a:srgbClr val="292929"/>
                </a:solidFill>
                <a:latin typeface="KoPubDotum"/>
                <a:ea typeface="KoPubDotum"/>
                <a:cs typeface="KoPubDotum"/>
              </a:rPr>
              <a:t>주행 전 확인</a:t>
            </a:r>
          </a:p>
        </p:txBody>
      </p:sp>
      <p:sp>
        <p:nvSpPr>
          <p:cNvPr id="8" name="두 바퀴가 자유롭게 돌고 차체가 안정적으로 서야 합니다.&#10;">
            <a:extLst xmlns:a="http://schemas.openxmlformats.org/drawingml/2006/main">
              <a:ext uri="{FF2B5EF4-FFF2-40B4-BE49-F238E27FC236}">
                <a16:creationId xmlns:a16="http://schemas.microsoft.com/office/drawing/2014/main" id="{CE54F7B8-E697-47E4-AFDE-9F12F237BAD1}"/>
              </a:ext>
            </a:extLst>
          </p:cNvPr>
          <p:cNvSpPr>
            <a:spLocks xmlns:a="http://schemas.openxmlformats.org/drawingml/2006/main" noGrp="1"/>
          </p:cNvSpPr>
          <p:nvPr/>
        </p:nvSpPr>
        <p:spPr>
          <a:xfrm xmlns:a="http://schemas.openxmlformats.org/drawingml/2006/main">
            <a:off x="523875" y="5331714"/>
            <a:ext cx="9644063" cy="73990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292929"/>
                </a:solidFill>
                <a:latin typeface="KoPubDotum"/>
                <a:ea typeface="KoPubDotum"/>
                <a:cs typeface="KoPubDotum"/>
              </a:defRPr>
            </a:defPPr>
          </a:lstStyle>
          <a:p xmlns:a="http://schemas.openxmlformats.org/drawingml/2006/main">
            <a:pPr algn="l">
              <a:lnSpc>
                <a:spcPct val="116000"/>
              </a:lnSpc>
              <a:buNone/>
              <a:defRPr sz="1950" b="0">
                <a:solidFill>
                  <a:srgbClr val="292929"/>
                </a:solidFill>
                <a:latin typeface="KoPubDotum"/>
                <a:ea typeface="KoPubDotum"/>
                <a:cs typeface="KoPubDotum"/>
              </a:defRPr>
            </a:pPr>
            <a:r>
              <a:rPr sz="1950" b="0">
                <a:solidFill>
                  <a:srgbClr val="292929"/>
                </a:solidFill>
                <a:latin typeface="KoPubDotum"/>
                <a:ea typeface="KoPubDotum"/>
                <a:cs typeface="KoPubDotum"/>
              </a:rPr>
              <a:t>두 바퀴가 자유롭게 돌고 차체가 안정적으로 서야 합니다.</a:t>
            </a:r>
          </a:p>
          <a:p xmlns:a="http://schemas.openxmlformats.org/drawingml/2006/main">
            <a:pPr algn="l">
              <a:lnSpc>
                <a:spcPct val="116000"/>
              </a:lnSpc>
              <a:buNone/>
              <a:defRPr sz="1950" b="0">
                <a:solidFill>
                  <a:srgbClr val="292929"/>
                </a:solidFill>
                <a:latin typeface="KoPubDotum"/>
                <a:ea typeface="KoPubDotum"/>
                <a:cs typeface="KoPubDotum"/>
              </a:defRPr>
            </a:pPr>
            <a:r>
              <a:rPr sz="1950" b="0">
                <a:solidFill>
                  <a:srgbClr val="292929"/>
                </a:solidFill>
                <a:latin typeface="KoPubDotum"/>
                <a:ea typeface="KoPubDotum"/>
                <a:cs typeface="KoPubDotum"/>
              </a:rPr>
              <a:t>케이블이 바퀴나 기어에 닿으면 다시 정리합니다.</a:t>
            </a:r>
          </a:p>
        </p:txBody>
      </p:sp>
    </p:spTree>
    <p:extLst>
      <p:ext uri="{BB962C8B-B14F-4D97-AF65-F5344CB8AC3E}">
        <p14:creationId xmlns:p14="http://schemas.microsoft.com/office/powerpoint/2010/main" val="353818612"/>
      </p:ext>
    </p:extLst>
  </p:cSld>
</p:sld>
</file>

<file path=ppt/slides/slide19.xml><?xml version="1.0" encoding="utf-8"?>
<p:sld xmlns:p="http://schemas.openxmlformats.org/presentationml/2006/main">
  <p:cSld>
    <p:spTree>
      <p:nvGrpSpPr>
        <p:cNvPr id="1" name=""/>
        <p:cNvGrpSpPr/>
        <p:nvPr/>
      </p:nvGrpSpPr>
      <p:grpSpPr>
        <a:xfrm xmlns:a="http://schemas.openxmlformats.org/drawingml/2006/main"/>
      </p:grpSpPr>
      <p:sp>
        <p:nvSpPr>
          <p:cNvPr id="8" name="조립 메뉴에서 모델 고르기">
            <a:extLst xmlns:a="http://schemas.openxmlformats.org/drawingml/2006/main">
              <a:ext uri="{FF2B5EF4-FFF2-40B4-BE49-F238E27FC236}">
                <a16:creationId xmlns:a16="http://schemas.microsoft.com/office/drawing/2014/main" id="{58B50F47-7E9D-4B4E-8D36-1172FA6DCAAB}"/>
              </a:ext>
            </a:extLst>
          </p:cNvPr>
          <p:cNvSpPr>
            <a:spLocks xmlns:a="http://schemas.openxmlformats.org/drawingml/2006/main" noGrp="1"/>
          </p:cNvSpPr>
          <p:nvPr/>
        </p:nvSpPr>
        <p:spPr>
          <a:xfrm xmlns:a="http://schemas.openxmlformats.org/drawingml/2006/main">
            <a:off x="476250" y="1428750"/>
            <a:ext cx="9739313"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292929"/>
                </a:solidFill>
                <a:latin typeface="KoPubDotum"/>
                <a:ea typeface="KoPubDotum"/>
                <a:cs typeface="KoPubDotum"/>
              </a:defRPr>
            </a:defPPr>
          </a:lstStyle>
          <a:p xmlns:a="http://schemas.openxmlformats.org/drawingml/2006/main">
            <a:pPr algn="l">
              <a:lnSpc>
                <a:spcPct val="116000"/>
              </a:lnSpc>
              <a:buNone/>
              <a:defRPr sz="1950" b="0">
                <a:solidFill>
                  <a:srgbClr val="292929"/>
                </a:solidFill>
                <a:latin typeface="KoPubDotum"/>
                <a:ea typeface="KoPubDotum"/>
                <a:cs typeface="KoPubDotum"/>
              </a:defRPr>
            </a:pPr>
            <a:r>
              <a:rPr sz="1950" b="0">
                <a:solidFill>
                  <a:srgbClr val="292929"/>
                </a:solidFill>
                <a:latin typeface="KoPubDotum"/>
                <a:ea typeface="KoPubDotum"/>
                <a:cs typeface="KoPubDotum"/>
              </a:rPr>
              <a:t>조립 메뉴에서 모델 고르기</a:t>
            </a:r>
          </a:p>
        </p:txBody>
      </p:sp>
      <p:sp>
        <p:nvSpPr>
          <p:cNvPr id="2" name="19">
            <a:extLst xmlns:a="http://schemas.openxmlformats.org/drawingml/2006/main">
              <a:ext uri="{FF2B5EF4-FFF2-40B4-BE49-F238E27FC236}">
                <a16:creationId xmlns:a16="http://schemas.microsoft.com/office/drawing/2014/main" id="{DD6FAB08-ABEA-446E-B6A3-A126CD0ACBA8}"/>
              </a:ext>
            </a:extLst>
          </p:cNvPr>
          <p:cNvSpPr>
            <a:spLocks xmlns:a="http://schemas.openxmlformats.org/drawingml/2006/main" noGrp="1"/>
          </p:cNvSpPr>
          <p:nvPr/>
        </p:nvSpPr>
        <p:spPr>
          <a:xfrm xmlns:a="http://schemas.openxmlformats.org/drawingml/2006/main">
            <a:off x="5107782" y="7064375"/>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50" b="0">
                <a:solidFill>
                  <a:srgbClr val="5A554E"/>
                </a:solidFill>
                <a:latin typeface="KoPubDotum"/>
                <a:ea typeface="KoPubDotum"/>
                <a:cs typeface="KoPubDotum"/>
              </a:defRPr>
            </a:defPPr>
          </a:lstStyle>
          <a:p xmlns:a="http://schemas.openxmlformats.org/drawingml/2006/main">
            <a:pPr algn="ctr">
              <a:lnSpc>
                <a:spcPct val="116000"/>
              </a:lnSpc>
              <a:buNone/>
              <a:defRPr sz="1050" b="0">
                <a:solidFill>
                  <a:srgbClr val="5A554E"/>
                </a:solidFill>
                <a:latin typeface="KoPubDotum"/>
                <a:ea typeface="KoPubDotum"/>
                <a:cs typeface="KoPubDotum"/>
              </a:defRPr>
            </a:pPr>
            <a:r>
              <a:rPr sz="1050" b="0">
                <a:solidFill>
                  <a:srgbClr val="5A554E"/>
                </a:solidFill>
                <a:latin typeface="KoPubDotum"/>
                <a:ea typeface="KoPubDotum"/>
                <a:cs typeface="KoPubDotum"/>
              </a:rPr>
              <a:t>19</a:t>
            </a:r>
          </a:p>
        </p:txBody>
      </p:sp>
      <p:pic>
        <p:nvPicPr>
          <p:cNvPr id="3" name="">
            <a:extLst xmlns:a="http://schemas.openxmlformats.org/drawingml/2006/main">
              <a:ext uri="{FF2B5EF4-FFF2-40B4-BE49-F238E27FC236}">
                <a16:creationId xmlns:a16="http://schemas.microsoft.com/office/drawing/2014/main" id="{0C4CCDE9-7C11-4B6C-9F37-A613680F4091}"/>
              </a:ext>
            </a:extLst>
          </p:cNvPr>
          <p:cNvPicPr>
            <a:picLocks xmlns:a="http://schemas.openxmlformats.org/drawingml/2006/main" noChangeAspect="1"/>
          </p:cNvPicPr>
          <p:nvPr/>
        </p:nvPicPr>
        <p:blipFill>
          <a:blip xmlns:r="http://schemas.openxmlformats.org/officeDocument/2006/relationships" xmlns:a="http://schemas.openxmlformats.org/drawingml/2006/main" r:embed="Rc1d850f3871e4491"/>
          <a:stretch xmlns:a="http://schemas.openxmlformats.org/drawingml/2006/main"/>
        </p:blipFill>
        <p:spPr>
          <a:xfrm xmlns:a="http://schemas.openxmlformats.org/drawingml/2006/main">
            <a:off x="476250" y="2047875"/>
            <a:ext cx="7524750" cy="4702969"/>
          </a:xfrm>
          <a:prstGeom xmlns:a="http://schemas.openxmlformats.org/drawingml/2006/main" prst="rect">
            <a:avLst/>
          </a:prstGeom>
        </p:spPr>
      </p:pic>
      <p:sp>
        <p:nvSpPr>
          <p:cNvPr id="4" name="설명서 위치">
            <a:extLst xmlns:a="http://schemas.openxmlformats.org/drawingml/2006/main">
              <a:ext uri="{FF2B5EF4-FFF2-40B4-BE49-F238E27FC236}">
                <a16:creationId xmlns:a16="http://schemas.microsoft.com/office/drawing/2014/main" id="{ECBBD65A-5637-41A8-B86C-EC0111B3F129}"/>
              </a:ext>
            </a:extLst>
          </p:cNvPr>
          <p:cNvSpPr>
            <a:spLocks xmlns:a="http://schemas.openxmlformats.org/drawingml/2006/main" noGrp="1"/>
          </p:cNvSpPr>
          <p:nvPr/>
        </p:nvSpPr>
        <p:spPr>
          <a:xfrm xmlns:a="http://schemas.openxmlformats.org/drawingml/2006/main">
            <a:off x="8239125" y="2190750"/>
            <a:ext cx="1976438" cy="3295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292929"/>
                </a:solidFill>
                <a:latin typeface="KoPubDotum"/>
                <a:ea typeface="KoPubDotum"/>
                <a:cs typeface="KoPubDotum"/>
              </a:defRPr>
            </a:defPPr>
          </a:lstStyle>
          <a:p xmlns:a="http://schemas.openxmlformats.org/drawingml/2006/main">
            <a:pPr algn="l">
              <a:lnSpc>
                <a:spcPct val="116000"/>
              </a:lnSpc>
              <a:buNone/>
              <a:defRPr sz="1650" b="1">
                <a:solidFill>
                  <a:srgbClr val="292929"/>
                </a:solidFill>
                <a:latin typeface="KoPubDotum"/>
                <a:ea typeface="KoPubDotum"/>
                <a:cs typeface="KoPubDotum"/>
              </a:defRPr>
            </a:pPr>
            <a:r>
              <a:rPr sz="1650" b="1">
                <a:solidFill>
                  <a:srgbClr val="292929"/>
                </a:solidFill>
                <a:latin typeface="KoPubDotum"/>
                <a:ea typeface="KoPubDotum"/>
                <a:cs typeface="KoPubDotum"/>
              </a:rPr>
              <a:t>설명서 위치</a:t>
            </a:r>
          </a:p>
        </p:txBody>
      </p:sp>
      <p:sp>
        <p:nvSpPr>
          <p:cNvPr id="5" name="홈의 조립 메뉴&#10;드라이빙 베이스 1">
            <a:extLst xmlns:a="http://schemas.openxmlformats.org/drawingml/2006/main">
              <a:ext uri="{FF2B5EF4-FFF2-40B4-BE49-F238E27FC236}">
                <a16:creationId xmlns:a16="http://schemas.microsoft.com/office/drawing/2014/main" id="{070FDEFD-21AF-4D49-AC3B-E17150282276}"/>
              </a:ext>
            </a:extLst>
          </p:cNvPr>
          <p:cNvSpPr>
            <a:spLocks xmlns:a="http://schemas.openxmlformats.org/drawingml/2006/main" noGrp="1"/>
          </p:cNvSpPr>
          <p:nvPr/>
        </p:nvSpPr>
        <p:spPr>
          <a:xfrm xmlns:a="http://schemas.openxmlformats.org/drawingml/2006/main">
            <a:off x="8239125" y="2577465"/>
            <a:ext cx="1976438" cy="63779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292929"/>
                </a:solidFill>
                <a:latin typeface="KoPubDotum"/>
                <a:ea typeface="KoPubDotum"/>
                <a:cs typeface="KoPubDotum"/>
              </a:defRPr>
            </a:defPPr>
          </a:lstStyle>
          <a:p xmlns:a="http://schemas.openxmlformats.org/drawingml/2006/main">
            <a:pPr algn="l">
              <a:lnSpc>
                <a:spcPct val="116000"/>
              </a:lnSpc>
              <a:buNone/>
              <a:defRPr sz="1650" b="0">
                <a:solidFill>
                  <a:srgbClr val="292929"/>
                </a:solidFill>
                <a:latin typeface="KoPubDotum"/>
                <a:ea typeface="KoPubDotum"/>
                <a:cs typeface="KoPubDotum"/>
              </a:defRPr>
            </a:pPr>
            <a:r>
              <a:rPr sz="1650" b="0">
                <a:solidFill>
                  <a:srgbClr val="292929"/>
                </a:solidFill>
                <a:latin typeface="KoPubDotum"/>
                <a:ea typeface="KoPubDotum"/>
                <a:cs typeface="KoPubDotum"/>
              </a:rPr>
              <a:t>홈의 조립 메뉴</a:t>
            </a:r>
          </a:p>
          <a:p xmlns:a="http://schemas.openxmlformats.org/drawingml/2006/main">
            <a:pPr algn="l">
              <a:lnSpc>
                <a:spcPct val="116000"/>
              </a:lnSpc>
              <a:buNone/>
              <a:defRPr sz="1650" b="0">
                <a:solidFill>
                  <a:srgbClr val="292929"/>
                </a:solidFill>
                <a:latin typeface="KoPubDotum"/>
                <a:ea typeface="KoPubDotum"/>
                <a:cs typeface="KoPubDotum"/>
              </a:defRPr>
            </a:pPr>
            <a:r>
              <a:rPr sz="1650" b="0">
                <a:solidFill>
                  <a:srgbClr val="292929"/>
                </a:solidFill>
                <a:latin typeface="KoPubDotum"/>
                <a:ea typeface="KoPubDotum"/>
                <a:cs typeface="KoPubDotum"/>
              </a:rPr>
              <a:t>드라이빙 베이스 1</a:t>
            </a:r>
          </a:p>
        </p:txBody>
      </p:sp>
      <p:sp>
        <p:nvSpPr>
          <p:cNvPr id="6" name="모델 이름">
            <a:extLst xmlns:a="http://schemas.openxmlformats.org/drawingml/2006/main">
              <a:ext uri="{FF2B5EF4-FFF2-40B4-BE49-F238E27FC236}">
                <a16:creationId xmlns:a16="http://schemas.microsoft.com/office/drawing/2014/main" id="{6007CED6-9683-4B30-B2AE-77EC4AC76095}"/>
              </a:ext>
            </a:extLst>
          </p:cNvPr>
          <p:cNvSpPr>
            <a:spLocks xmlns:a="http://schemas.openxmlformats.org/drawingml/2006/main" noGrp="1"/>
          </p:cNvSpPr>
          <p:nvPr/>
        </p:nvSpPr>
        <p:spPr>
          <a:xfrm xmlns:a="http://schemas.openxmlformats.org/drawingml/2006/main">
            <a:off x="8239125" y="3424809"/>
            <a:ext cx="1976438" cy="3295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292929"/>
                </a:solidFill>
                <a:latin typeface="KoPubDotum"/>
                <a:ea typeface="KoPubDotum"/>
                <a:cs typeface="KoPubDotum"/>
              </a:defRPr>
            </a:defPPr>
          </a:lstStyle>
          <a:p xmlns:a="http://schemas.openxmlformats.org/drawingml/2006/main">
            <a:pPr algn="l">
              <a:lnSpc>
                <a:spcPct val="116000"/>
              </a:lnSpc>
              <a:buNone/>
              <a:defRPr sz="1650" b="1">
                <a:solidFill>
                  <a:srgbClr val="292929"/>
                </a:solidFill>
                <a:latin typeface="KoPubDotum"/>
                <a:ea typeface="KoPubDotum"/>
                <a:cs typeface="KoPubDotum"/>
              </a:defRPr>
            </a:pPr>
            <a:r>
              <a:rPr sz="1650" b="1">
                <a:solidFill>
                  <a:srgbClr val="292929"/>
                </a:solidFill>
                <a:latin typeface="KoPubDotum"/>
                <a:ea typeface="KoPubDotum"/>
                <a:cs typeface="KoPubDotum"/>
              </a:rPr>
              <a:t>모델 이름</a:t>
            </a:r>
          </a:p>
        </p:txBody>
      </p:sp>
      <p:sp>
        <p:nvSpPr>
          <p:cNvPr id="7" name="1·2·3과 고급형은&#10;설명서가 다릅니다.">
            <a:extLst xmlns:a="http://schemas.openxmlformats.org/drawingml/2006/main">
              <a:ext uri="{FF2B5EF4-FFF2-40B4-BE49-F238E27FC236}">
                <a16:creationId xmlns:a16="http://schemas.microsoft.com/office/drawing/2014/main" id="{091FBDFF-2664-4AF8-928F-ABD1CA539046}"/>
              </a:ext>
            </a:extLst>
          </p:cNvPr>
          <p:cNvSpPr>
            <a:spLocks xmlns:a="http://schemas.openxmlformats.org/drawingml/2006/main" noGrp="1"/>
          </p:cNvSpPr>
          <p:nvPr/>
        </p:nvSpPr>
        <p:spPr>
          <a:xfrm xmlns:a="http://schemas.openxmlformats.org/drawingml/2006/main">
            <a:off x="8239125" y="3811524"/>
            <a:ext cx="1976438" cy="63779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292929"/>
                </a:solidFill>
                <a:latin typeface="KoPubDotum"/>
                <a:ea typeface="KoPubDotum"/>
                <a:cs typeface="KoPubDotum"/>
              </a:defRPr>
            </a:defPPr>
          </a:lstStyle>
          <a:p xmlns:a="http://schemas.openxmlformats.org/drawingml/2006/main">
            <a:pPr algn="l">
              <a:lnSpc>
                <a:spcPct val="116000"/>
              </a:lnSpc>
              <a:buNone/>
              <a:defRPr sz="1650" b="0">
                <a:solidFill>
                  <a:srgbClr val="292929"/>
                </a:solidFill>
                <a:latin typeface="KoPubDotum"/>
                <a:ea typeface="KoPubDotum"/>
                <a:cs typeface="KoPubDotum"/>
              </a:defRPr>
            </a:pPr>
            <a:r>
              <a:rPr sz="1650" b="0">
                <a:solidFill>
                  <a:srgbClr val="292929"/>
                </a:solidFill>
                <a:latin typeface="KoPubDotum"/>
                <a:ea typeface="KoPubDotum"/>
                <a:cs typeface="KoPubDotum"/>
              </a:rPr>
              <a:t>1·2·3과 고급형은</a:t>
            </a:r>
          </a:p>
          <a:p xmlns:a="http://schemas.openxmlformats.org/drawingml/2006/main">
            <a:pPr algn="l">
              <a:lnSpc>
                <a:spcPct val="116000"/>
              </a:lnSpc>
              <a:buNone/>
              <a:defRPr sz="1650" b="0">
                <a:solidFill>
                  <a:srgbClr val="292929"/>
                </a:solidFill>
                <a:latin typeface="KoPubDotum"/>
                <a:ea typeface="KoPubDotum"/>
                <a:cs typeface="KoPubDotum"/>
              </a:defRPr>
            </a:pPr>
            <a:r>
              <a:rPr sz="1650" b="0">
                <a:solidFill>
                  <a:srgbClr val="292929"/>
                </a:solidFill>
                <a:latin typeface="KoPubDotum"/>
                <a:ea typeface="KoPubDotum"/>
                <a:cs typeface="KoPubDotum"/>
              </a:rPr>
              <a:t>설명서가 다릅니다.</a:t>
            </a:r>
          </a:p>
        </p:txBody>
      </p:sp>
    </p:spTree>
    <p:extLst>
      <p:ext uri="{BB962C8B-B14F-4D97-AF65-F5344CB8AC3E}">
        <p14:creationId xmlns:p14="http://schemas.microsoft.com/office/powerpoint/2010/main" val="1140404341"/>
      </p:ext>
    </p:extLst>
  </p:cSld>
</p:sld>
</file>

<file path=ppt/slides/slide20.xml><?xml version="1.0" encoding="utf-8"?>
<p:sld xmlns:p="http://schemas.openxmlformats.org/presentationml/2006/main">
  <p:cSld>
    <p:spTree>
      <p:nvGrpSpPr>
        <p:cNvPr id="1" name=""/>
        <p:cNvGrpSpPr/>
        <p:nvPr/>
      </p:nvGrpSpPr>
      <p:grpSpPr>
        <a:xfrm xmlns:a="http://schemas.openxmlformats.org/drawingml/2006/main"/>
      </p:grpSpPr>
      <p:sp>
        <p:nvSpPr>
          <p:cNvPr id="4" name="조립 중 확인할 부분">
            <a:extLst xmlns:a="http://schemas.openxmlformats.org/drawingml/2006/main">
              <a:ext uri="{FF2B5EF4-FFF2-40B4-BE49-F238E27FC236}">
                <a16:creationId xmlns:a16="http://schemas.microsoft.com/office/drawing/2014/main" id="{5B7D597E-8CE9-41C3-BB9D-4AB1774021BE}"/>
              </a:ext>
            </a:extLst>
          </p:cNvPr>
          <p:cNvSpPr>
            <a:spLocks xmlns:a="http://schemas.openxmlformats.org/drawingml/2006/main" noGrp="1"/>
          </p:cNvSpPr>
          <p:nvPr/>
        </p:nvSpPr>
        <p:spPr>
          <a:xfrm xmlns:a="http://schemas.openxmlformats.org/drawingml/2006/main">
            <a:off x="476250" y="1428750"/>
            <a:ext cx="9739313"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292929"/>
                </a:solidFill>
                <a:latin typeface="KoPubDotum"/>
                <a:ea typeface="KoPubDotum"/>
                <a:cs typeface="KoPubDotum"/>
              </a:defRPr>
            </a:defPPr>
          </a:lstStyle>
          <a:p xmlns:a="http://schemas.openxmlformats.org/drawingml/2006/main">
            <a:pPr algn="l">
              <a:lnSpc>
                <a:spcPct val="116000"/>
              </a:lnSpc>
              <a:buNone/>
              <a:defRPr sz="1950" b="0">
                <a:solidFill>
                  <a:srgbClr val="292929"/>
                </a:solidFill>
                <a:latin typeface="KoPubDotum"/>
                <a:ea typeface="KoPubDotum"/>
                <a:cs typeface="KoPubDotum"/>
              </a:defRPr>
            </a:pPr>
            <a:r>
              <a:rPr sz="1950" b="0">
                <a:solidFill>
                  <a:srgbClr val="292929"/>
                </a:solidFill>
                <a:latin typeface="KoPubDotum"/>
                <a:ea typeface="KoPubDotum"/>
                <a:cs typeface="KoPubDotum"/>
              </a:rPr>
              <a:t>조립 중 확인할 부분</a:t>
            </a:r>
          </a:p>
        </p:txBody>
      </p:sp>
      <p:sp>
        <p:nvSpPr>
          <p:cNvPr id="2" name="20">
            <a:extLst xmlns:a="http://schemas.openxmlformats.org/drawingml/2006/main">
              <a:ext uri="{FF2B5EF4-FFF2-40B4-BE49-F238E27FC236}">
                <a16:creationId xmlns:a16="http://schemas.microsoft.com/office/drawing/2014/main" id="{D18CD54E-FA7D-44A5-9D8A-37E4D2E1A3CD}"/>
              </a:ext>
            </a:extLst>
          </p:cNvPr>
          <p:cNvSpPr>
            <a:spLocks xmlns:a="http://schemas.openxmlformats.org/drawingml/2006/main" noGrp="1"/>
          </p:cNvSpPr>
          <p:nvPr/>
        </p:nvSpPr>
        <p:spPr>
          <a:xfrm xmlns:a="http://schemas.openxmlformats.org/drawingml/2006/main">
            <a:off x="5107782" y="7064375"/>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50" b="0">
                <a:solidFill>
                  <a:srgbClr val="5A554E"/>
                </a:solidFill>
                <a:latin typeface="KoPubDotum"/>
                <a:ea typeface="KoPubDotum"/>
                <a:cs typeface="KoPubDotum"/>
              </a:defRPr>
            </a:defPPr>
          </a:lstStyle>
          <a:p xmlns:a="http://schemas.openxmlformats.org/drawingml/2006/main">
            <a:pPr algn="ctr">
              <a:lnSpc>
                <a:spcPct val="116000"/>
              </a:lnSpc>
              <a:buNone/>
              <a:defRPr sz="1050" b="0">
                <a:solidFill>
                  <a:srgbClr val="5A554E"/>
                </a:solidFill>
                <a:latin typeface="KoPubDotum"/>
                <a:ea typeface="KoPubDotum"/>
                <a:cs typeface="KoPubDotum"/>
              </a:defRPr>
            </a:pPr>
            <a:r>
              <a:rPr sz="1050" b="0">
                <a:solidFill>
                  <a:srgbClr val="5A554E"/>
                </a:solidFill>
                <a:latin typeface="KoPubDotum"/>
                <a:ea typeface="KoPubDotum"/>
                <a:cs typeface="KoPubDotum"/>
              </a:rPr>
              <a:t>20</a:t>
            </a:r>
          </a:p>
        </p:txBody>
      </p:sp>
      <p:graphicFrame>
        <p:nvGraphicFramePr>
          <p:cNvPr id="3" name="">
            <a:extLst xmlns:a="http://schemas.openxmlformats.org/drawingml/2006/main">
              <a:ext uri="{FF2B5EF4-FFF2-40B4-BE49-F238E27FC236}">
                <a16:creationId xmlns:a16="http://schemas.microsoft.com/office/drawing/2014/main" id="{D003A22B-86DC-4207-99CC-C4E2A22ED74E}"/>
              </a:ext>
            </a:extLst>
          </p:cNvPr>
          <p:cNvGraphicFramePr/>
          <p:nvPr/>
        </p:nvGraphicFramePr>
        <p:xfrm>
          <a:off xmlns:a="http://schemas.openxmlformats.org/drawingml/2006/main" x="476250" y="1981200"/>
          <a:ext xmlns:a="http://schemas.openxmlformats.org/drawingml/2006/main" cx="9739313" cy="3886200"/>
        </p:xfrm>
        <a:graphic xmlns:a="http://schemas.openxmlformats.org/drawingml/2006/main">
          <a:graphicData uri="http://schemas.openxmlformats.org/drawingml/2006/table">
            <a:tbl>
              <a:tblPr/>
              <a:tblGrid>
                <a:gridCol w="2434828"/>
                <a:gridCol w="7304485"/>
              </a:tblGrid>
              <a:tr h="457200">
                <a:tc>
                  <a:txBody>
                    <a:bodyPr lIns="133350" tIns="114300" rIns="114300" bIns="76200">
                      <a:noAutofit/>
                    </a:bodyPr>
                    <a:lstStyle/>
                    <a:p>
                      <a:r>
                        <a:rPr sz="1725" b="1">
                          <a:solidFill>
                            <a:srgbClr val="FFFFFF"/>
                          </a:solidFill>
                          <a:latin typeface="KoPubDotum"/>
                          <a:ea typeface="KoPubDotum"/>
                          <a:cs typeface="KoPubDotum"/>
                        </a:rPr>
                        <a:t>점검 지점</a:t>
                      </a:r>
                    </a:p>
                  </a:txBody>
                  <a:tcPr marL="91440" marR="91440" marT="45720" marB="45720" anchor="ctr">
                    <a:solidFill>
                      <a:srgbClr val="F7972B"/>
                    </a:solidFill>
                  </a:tcPr>
                </a:tc>
                <a:tc>
                  <a:txBody>
                    <a:bodyPr lIns="133350" tIns="114300" rIns="114300" bIns="76200">
                      <a:noAutofit/>
                    </a:bodyPr>
                    <a:lstStyle/>
                    <a:p>
                      <a:r>
                        <a:rPr sz="1725" b="1">
                          <a:solidFill>
                            <a:srgbClr val="FFFFFF"/>
                          </a:solidFill>
                          <a:latin typeface="KoPubDotum"/>
                          <a:ea typeface="KoPubDotum"/>
                          <a:cs typeface="KoPubDotum"/>
                        </a:rPr>
                        <a:t>관찰할 것</a:t>
                      </a:r>
                    </a:p>
                  </a:txBody>
                  <a:tcPr marL="91440" marR="91440" marT="45720" marB="45720" anchor="ctr">
                    <a:solidFill>
                      <a:srgbClr val="F7972B"/>
                    </a:solidFill>
                  </a:tcPr>
                </a:tc>
              </a:tr>
              <a:tr h="685800">
                <a:tc>
                  <a:txBody>
                    <a:bodyPr lIns="133350" tIns="114300" rIns="114300" bIns="76200">
                      <a:noAutofit/>
                    </a:bodyPr>
                    <a:lstStyle/>
                    <a:p>
                      <a:r>
                        <a:rPr sz="1725" b="0">
                          <a:solidFill>
                            <a:srgbClr val="292929"/>
                          </a:solidFill>
                          <a:latin typeface="KoPubDotum"/>
                          <a:ea typeface="KoPubDotum"/>
                          <a:cs typeface="KoPubDotum"/>
                        </a:rPr>
                        <a:t>Hub 방향</a:t>
                      </a:r>
                    </a:p>
                  </a:txBody>
                  <a:tcPr marL="91440" marR="91440" marT="45720" marB="45720" anchor="ctr">
                    <a:solidFill>
                      <a:srgbClr val="FFF5E9"/>
                    </a:solidFill>
                  </a:tcPr>
                </a:tc>
                <a:tc>
                  <a:txBody>
                    <a:bodyPr lIns="133350" tIns="114300" rIns="114300" bIns="76200">
                      <a:noAutofit/>
                    </a:bodyPr>
                    <a:lstStyle/>
                    <a:p>
                      <a:r>
                        <a:rPr sz="1725" b="0">
                          <a:solidFill>
                            <a:srgbClr val="292929"/>
                          </a:solidFill>
                          <a:latin typeface="KoPubDotum"/>
                          <a:ea typeface="KoPubDotum"/>
                          <a:cs typeface="KoPubDotum"/>
                        </a:rPr>
                        <a:t>Hub 앞쪽에 진행 방향을 표시합니다. 자이로 각도도 이 방향을 기준으로 읽습니다.</a:t>
                      </a:r>
                    </a:p>
                  </a:txBody>
                  <a:tcPr marL="91440" marR="91440" marT="45720" marB="45720" anchor="ctr">
                    <a:solidFill>
                      <a:srgbClr val="FFFFFF"/>
                    </a:solidFill>
                  </a:tcPr>
                </a:tc>
              </a:tr>
              <a:tr h="685800">
                <a:tc>
                  <a:txBody>
                    <a:bodyPr lIns="133350" tIns="114300" rIns="114300" bIns="76200">
                      <a:noAutofit/>
                    </a:bodyPr>
                    <a:lstStyle/>
                    <a:p>
                      <a:r>
                        <a:rPr sz="1725" b="0">
                          <a:solidFill>
                            <a:srgbClr val="292929"/>
                          </a:solidFill>
                          <a:latin typeface="KoPubDotum"/>
                          <a:ea typeface="KoPubDotum"/>
                          <a:cs typeface="KoPubDotum"/>
                        </a:rPr>
                        <a:t>좌우 모터와 축</a:t>
                      </a:r>
                    </a:p>
                  </a:txBody>
                  <a:tcPr marL="91440" marR="91440" marT="45720" marB="45720" anchor="ctr">
                    <a:solidFill>
                      <a:srgbClr val="FFF5E9"/>
                    </a:solidFill>
                  </a:tcPr>
                </a:tc>
                <a:tc>
                  <a:txBody>
                    <a:bodyPr lIns="133350" tIns="114300" rIns="114300" bIns="76200">
                      <a:noAutofit/>
                    </a:bodyPr>
                    <a:lstStyle/>
                    <a:p>
                      <a:r>
                        <a:rPr sz="1725" b="0">
                          <a:solidFill>
                            <a:srgbClr val="292929"/>
                          </a:solidFill>
                          <a:latin typeface="KoPubDotum"/>
                          <a:ea typeface="KoPubDotum"/>
                          <a:cs typeface="KoPubDotum"/>
                        </a:rPr>
                        <a:t>왼쪽 A / 오른쪽 E. 축을 끝까지 끼웁니다.</a:t>
                      </a:r>
                    </a:p>
                  </a:txBody>
                  <a:tcPr marL="91440" marR="91440" marT="45720" marB="45720" anchor="ctr">
                    <a:solidFill>
                      <a:srgbClr val="FFFFFF"/>
                    </a:solidFill>
                  </a:tcPr>
                </a:tc>
              </a:tr>
              <a:tr h="685800">
                <a:tc>
                  <a:txBody>
                    <a:bodyPr lIns="133350" tIns="114300" rIns="114300" bIns="76200">
                      <a:noAutofit/>
                    </a:bodyPr>
                    <a:lstStyle/>
                    <a:p>
                      <a:r>
                        <a:rPr sz="1725" b="0">
                          <a:solidFill>
                            <a:srgbClr val="292929"/>
                          </a:solidFill>
                          <a:latin typeface="KoPubDotum"/>
                          <a:ea typeface="KoPubDotum"/>
                          <a:cs typeface="KoPubDotum"/>
                        </a:rPr>
                        <a:t>바퀴와 지지부</a:t>
                      </a:r>
                    </a:p>
                  </a:txBody>
                  <a:tcPr marL="91440" marR="91440" marT="45720" marB="45720" anchor="ctr">
                    <a:solidFill>
                      <a:srgbClr val="FFF5E9"/>
                    </a:solidFill>
                  </a:tcPr>
                </a:tc>
                <a:tc>
                  <a:txBody>
                    <a:bodyPr lIns="133350" tIns="114300" rIns="114300" bIns="76200">
                      <a:noAutofit/>
                    </a:bodyPr>
                    <a:lstStyle/>
                    <a:p>
                      <a:r>
                        <a:rPr sz="1725" b="0">
                          <a:solidFill>
                            <a:srgbClr val="292929"/>
                          </a:solidFill>
                          <a:latin typeface="KoPubDotum"/>
                          <a:ea typeface="KoPubDotum"/>
                          <a:cs typeface="KoPubDotum"/>
                        </a:rPr>
                        <a:t>같은 크기 바퀴 사용. 프레임과 마찰하지 않습니다.</a:t>
                      </a:r>
                    </a:p>
                  </a:txBody>
                  <a:tcPr marL="91440" marR="91440" marT="45720" marB="45720" anchor="ctr">
                    <a:solidFill>
                      <a:srgbClr val="FFFFFF"/>
                    </a:solidFill>
                  </a:tcPr>
                </a:tc>
              </a:tr>
              <a:tr h="685800">
                <a:tc>
                  <a:txBody>
                    <a:bodyPr lIns="133350" tIns="114300" rIns="114300" bIns="76200">
                      <a:noAutofit/>
                    </a:bodyPr>
                    <a:lstStyle/>
                    <a:p>
                      <a:r>
                        <a:rPr sz="1725" b="0">
                          <a:solidFill>
                            <a:srgbClr val="292929"/>
                          </a:solidFill>
                          <a:latin typeface="KoPubDotum"/>
                          <a:ea typeface="KoPubDotum"/>
                          <a:cs typeface="KoPubDotum"/>
                        </a:rPr>
                        <a:t>케이블</a:t>
                      </a:r>
                    </a:p>
                  </a:txBody>
                  <a:tcPr marL="91440" marR="91440" marT="45720" marB="45720" anchor="ctr">
                    <a:solidFill>
                      <a:srgbClr val="FFF5E9"/>
                    </a:solidFill>
                  </a:tcPr>
                </a:tc>
                <a:tc>
                  <a:txBody>
                    <a:bodyPr lIns="133350" tIns="114300" rIns="114300" bIns="76200">
                      <a:noAutofit/>
                    </a:bodyPr>
                    <a:lstStyle/>
                    <a:p>
                      <a:r>
                        <a:rPr sz="1725" b="0">
                          <a:solidFill>
                            <a:srgbClr val="292929"/>
                          </a:solidFill>
                          <a:latin typeface="KoPubDotum"/>
                          <a:ea typeface="KoPubDotum"/>
                          <a:cs typeface="KoPubDotum"/>
                        </a:rPr>
                        <a:t>주행축과 바퀴에서 떨어지도록 고정합니다.</a:t>
                      </a:r>
                    </a:p>
                  </a:txBody>
                  <a:tcPr marL="91440" marR="91440" marT="45720" marB="45720" anchor="ctr">
                    <a:solidFill>
                      <a:srgbClr val="FFFFFF"/>
                    </a:solidFill>
                  </a:tcPr>
                </a:tc>
              </a:tr>
              <a:tr h="685800">
                <a:tc>
                  <a:txBody>
                    <a:bodyPr lIns="133350" tIns="114300" rIns="114300" bIns="76200">
                      <a:noAutofit/>
                    </a:bodyPr>
                    <a:lstStyle/>
                    <a:p>
                      <a:r>
                        <a:rPr sz="1725" b="0">
                          <a:solidFill>
                            <a:srgbClr val="292929"/>
                          </a:solidFill>
                          <a:latin typeface="KoPubDotum"/>
                          <a:ea typeface="KoPubDotum"/>
                          <a:cs typeface="KoPubDotum"/>
                        </a:rPr>
                        <a:t>센서 장착</a:t>
                      </a:r>
                    </a:p>
                  </a:txBody>
                  <a:tcPr marL="91440" marR="91440" marT="45720" marB="45720" anchor="ctr">
                    <a:solidFill>
                      <a:srgbClr val="FFF5E9"/>
                    </a:solidFill>
                  </a:tcPr>
                </a:tc>
                <a:tc>
                  <a:txBody>
                    <a:bodyPr lIns="133350" tIns="114300" rIns="114300" bIns="76200">
                      <a:noAutofit/>
                    </a:bodyPr>
                    <a:lstStyle/>
                    <a:p>
                      <a:r>
                        <a:rPr sz="1725" b="0">
                          <a:solidFill>
                            <a:srgbClr val="292929"/>
                          </a:solidFill>
                          <a:latin typeface="KoPubDotum"/>
                          <a:ea typeface="KoPubDotum"/>
                          <a:cs typeface="KoPubDotum"/>
                        </a:rPr>
                        <a:t>거리센서는 앞, 컬러센서는 바닥 쪽. 감지면을 가리지 않습니다.</a:t>
                      </a:r>
                    </a:p>
                  </a:txBody>
                  <a:tcPr marL="91440" marR="91440" marT="45720" marB="45720" anchor="ctr">
                    <a:solidFill>
                      <a:srgbClr val="FFFFFF"/>
                    </a:solidFill>
                  </a:tcPr>
                </a:tc>
              </a:tr>
            </a:tbl>
          </a:graphicData>
        </a:graphic>
      </p:graphicFrame>
    </p:spTree>
    <p:extLst>
      <p:ext uri="{BB962C8B-B14F-4D97-AF65-F5344CB8AC3E}">
        <p14:creationId xmlns:p14="http://schemas.microsoft.com/office/powerpoint/2010/main" val="447205528"/>
      </p:ext>
    </p:extLst>
  </p:cSld>
</p:sld>
</file>

<file path=ppt/slides/slide21.xml><?xml version="1.0" encoding="utf-8"?>
<p:sld xmlns:p="http://schemas.openxmlformats.org/presentationml/2006/main">
  <p:cSld>
    <p:spTree>
      <p:nvGrpSpPr>
        <p:cNvPr id="1" name=""/>
        <p:cNvGrpSpPr/>
        <p:nvPr/>
      </p:nvGrpSpPr>
      <p:grpSpPr>
        <a:xfrm xmlns:a="http://schemas.openxmlformats.org/drawingml/2006/main"/>
      </p:grpSpPr>
      <p:sp>
        <p:nvSpPr>
          <p:cNvPr id="8" name="드라이빙 베이스 완성 모습">
            <a:extLst xmlns:a="http://schemas.openxmlformats.org/drawingml/2006/main">
              <a:ext uri="{FF2B5EF4-FFF2-40B4-BE49-F238E27FC236}">
                <a16:creationId xmlns:a16="http://schemas.microsoft.com/office/drawing/2014/main" id="{59DD8E3D-8A7D-49A1-857D-BF44A5FE4549}"/>
              </a:ext>
            </a:extLst>
          </p:cNvPr>
          <p:cNvSpPr>
            <a:spLocks xmlns:a="http://schemas.openxmlformats.org/drawingml/2006/main" noGrp="1"/>
          </p:cNvSpPr>
          <p:nvPr/>
        </p:nvSpPr>
        <p:spPr>
          <a:xfrm xmlns:a="http://schemas.openxmlformats.org/drawingml/2006/main">
            <a:off x="476250" y="1428750"/>
            <a:ext cx="9739313"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292929"/>
                </a:solidFill>
                <a:latin typeface="KoPubDotum"/>
                <a:ea typeface="KoPubDotum"/>
                <a:cs typeface="KoPubDotum"/>
              </a:defRPr>
            </a:defPPr>
          </a:lstStyle>
          <a:p xmlns:a="http://schemas.openxmlformats.org/drawingml/2006/main">
            <a:pPr algn="l">
              <a:lnSpc>
                <a:spcPct val="116000"/>
              </a:lnSpc>
              <a:buNone/>
              <a:defRPr sz="1950" b="0">
                <a:solidFill>
                  <a:srgbClr val="292929"/>
                </a:solidFill>
                <a:latin typeface="KoPubDotum"/>
                <a:ea typeface="KoPubDotum"/>
                <a:cs typeface="KoPubDotum"/>
              </a:defRPr>
            </a:pPr>
            <a:r>
              <a:rPr sz="1950" b="0">
                <a:solidFill>
                  <a:srgbClr val="292929"/>
                </a:solidFill>
                <a:latin typeface="KoPubDotum"/>
                <a:ea typeface="KoPubDotum"/>
                <a:cs typeface="KoPubDotum"/>
              </a:rPr>
              <a:t>드라이빙 베이스 완성 모습</a:t>
            </a:r>
          </a:p>
        </p:txBody>
      </p:sp>
      <p:sp>
        <p:nvSpPr>
          <p:cNvPr id="2" name="21">
            <a:extLst xmlns:a="http://schemas.openxmlformats.org/drawingml/2006/main">
              <a:ext uri="{FF2B5EF4-FFF2-40B4-BE49-F238E27FC236}">
                <a16:creationId xmlns:a16="http://schemas.microsoft.com/office/drawing/2014/main" id="{515BCC81-8CE8-4B2A-9370-6646347E990B}"/>
              </a:ext>
            </a:extLst>
          </p:cNvPr>
          <p:cNvSpPr>
            <a:spLocks xmlns:a="http://schemas.openxmlformats.org/drawingml/2006/main" noGrp="1"/>
          </p:cNvSpPr>
          <p:nvPr/>
        </p:nvSpPr>
        <p:spPr>
          <a:xfrm xmlns:a="http://schemas.openxmlformats.org/drawingml/2006/main">
            <a:off x="5107782" y="7064375"/>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50" b="0">
                <a:solidFill>
                  <a:srgbClr val="5A554E"/>
                </a:solidFill>
                <a:latin typeface="KoPubDotum"/>
                <a:ea typeface="KoPubDotum"/>
                <a:cs typeface="KoPubDotum"/>
              </a:defRPr>
            </a:defPPr>
          </a:lstStyle>
          <a:p xmlns:a="http://schemas.openxmlformats.org/drawingml/2006/main">
            <a:pPr algn="ctr">
              <a:lnSpc>
                <a:spcPct val="116000"/>
              </a:lnSpc>
              <a:buNone/>
              <a:defRPr sz="1050" b="0">
                <a:solidFill>
                  <a:srgbClr val="5A554E"/>
                </a:solidFill>
                <a:latin typeface="KoPubDotum"/>
                <a:ea typeface="KoPubDotum"/>
                <a:cs typeface="KoPubDotum"/>
              </a:defRPr>
            </a:pPr>
            <a:r>
              <a:rPr sz="1050" b="0">
                <a:solidFill>
                  <a:srgbClr val="5A554E"/>
                </a:solidFill>
                <a:latin typeface="KoPubDotum"/>
                <a:ea typeface="KoPubDotum"/>
                <a:cs typeface="KoPubDotum"/>
              </a:rPr>
              <a:t>21</a:t>
            </a:r>
          </a:p>
        </p:txBody>
      </p:sp>
      <p:pic>
        <p:nvPicPr>
          <p:cNvPr id="3" name="">
            <a:extLst xmlns:a="http://schemas.openxmlformats.org/drawingml/2006/main">
              <a:ext uri="{FF2B5EF4-FFF2-40B4-BE49-F238E27FC236}">
                <a16:creationId xmlns:a16="http://schemas.microsoft.com/office/drawing/2014/main" id="{603AFA68-CA52-49A4-BC63-1AB4FA6B2A33}"/>
              </a:ext>
            </a:extLst>
          </p:cNvPr>
          <p:cNvPicPr>
            <a:picLocks xmlns:a="http://schemas.openxmlformats.org/drawingml/2006/main" noChangeAspect="1"/>
          </p:cNvPicPr>
          <p:nvPr/>
        </p:nvPicPr>
        <p:blipFill>
          <a:blip xmlns:r="http://schemas.openxmlformats.org/officeDocument/2006/relationships" xmlns:a="http://schemas.openxmlformats.org/drawingml/2006/main" r:embed="R804ff0bccbab42a0"/>
          <a:stretch xmlns:a="http://schemas.openxmlformats.org/drawingml/2006/main"/>
        </p:blipFill>
        <p:spPr>
          <a:xfrm xmlns:a="http://schemas.openxmlformats.org/drawingml/2006/main">
            <a:off x="476250" y="2047875"/>
            <a:ext cx="7524750" cy="4702969"/>
          </a:xfrm>
          <a:prstGeom xmlns:a="http://schemas.openxmlformats.org/drawingml/2006/main" prst="rect">
            <a:avLst/>
          </a:prstGeom>
        </p:spPr>
      </p:pic>
      <p:sp>
        <p:nvSpPr>
          <p:cNvPr id="4" name="완성 모형과 비교">
            <a:extLst xmlns:a="http://schemas.openxmlformats.org/drawingml/2006/main">
              <a:ext uri="{FF2B5EF4-FFF2-40B4-BE49-F238E27FC236}">
                <a16:creationId xmlns:a16="http://schemas.microsoft.com/office/drawing/2014/main" id="{27B34F76-7E8E-43F4-A159-12646DBD74A6}"/>
              </a:ext>
            </a:extLst>
          </p:cNvPr>
          <p:cNvSpPr>
            <a:spLocks xmlns:a="http://schemas.openxmlformats.org/drawingml/2006/main" noGrp="1"/>
          </p:cNvSpPr>
          <p:nvPr/>
        </p:nvSpPr>
        <p:spPr>
          <a:xfrm xmlns:a="http://schemas.openxmlformats.org/drawingml/2006/main">
            <a:off x="8239125" y="2190750"/>
            <a:ext cx="1976438" cy="3295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292929"/>
                </a:solidFill>
                <a:latin typeface="KoPubDotum"/>
                <a:ea typeface="KoPubDotum"/>
                <a:cs typeface="KoPubDotum"/>
              </a:defRPr>
            </a:defPPr>
          </a:lstStyle>
          <a:p xmlns:a="http://schemas.openxmlformats.org/drawingml/2006/main">
            <a:pPr algn="l">
              <a:lnSpc>
                <a:spcPct val="116000"/>
              </a:lnSpc>
              <a:buNone/>
              <a:defRPr sz="1650" b="1">
                <a:solidFill>
                  <a:srgbClr val="292929"/>
                </a:solidFill>
                <a:latin typeface="KoPubDotum"/>
                <a:ea typeface="KoPubDotum"/>
                <a:cs typeface="KoPubDotum"/>
              </a:defRPr>
            </a:pPr>
            <a:r>
              <a:rPr sz="1650" b="1">
                <a:solidFill>
                  <a:srgbClr val="292929"/>
                </a:solidFill>
                <a:latin typeface="KoPubDotum"/>
                <a:ea typeface="KoPubDotum"/>
                <a:cs typeface="KoPubDotum"/>
              </a:rPr>
              <a:t>완성 모형과 비교</a:t>
            </a:r>
          </a:p>
        </p:txBody>
      </p:sp>
      <p:sp>
        <p:nvSpPr>
          <p:cNvPr id="5" name="Hub의 앞 방향&#10;바퀴와 축 고정&#10;케이블이 닿는 부분">
            <a:extLst xmlns:a="http://schemas.openxmlformats.org/drawingml/2006/main">
              <a:ext uri="{FF2B5EF4-FFF2-40B4-BE49-F238E27FC236}">
                <a16:creationId xmlns:a16="http://schemas.microsoft.com/office/drawing/2014/main" id="{ED6B14E5-6ACE-4236-AE01-FB8EAE522FF2}"/>
              </a:ext>
            </a:extLst>
          </p:cNvPr>
          <p:cNvSpPr>
            <a:spLocks xmlns:a="http://schemas.openxmlformats.org/drawingml/2006/main" noGrp="1"/>
          </p:cNvSpPr>
          <p:nvPr/>
        </p:nvSpPr>
        <p:spPr>
          <a:xfrm xmlns:a="http://schemas.openxmlformats.org/drawingml/2006/main">
            <a:off x="8239125" y="2577465"/>
            <a:ext cx="1976438" cy="91859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292929"/>
                </a:solidFill>
                <a:latin typeface="KoPubDotum"/>
                <a:ea typeface="KoPubDotum"/>
                <a:cs typeface="KoPubDotum"/>
              </a:defRPr>
            </a:defPPr>
          </a:lstStyle>
          <a:p xmlns:a="http://schemas.openxmlformats.org/drawingml/2006/main">
            <a:pPr algn="l">
              <a:lnSpc>
                <a:spcPct val="116000"/>
              </a:lnSpc>
              <a:buNone/>
              <a:defRPr sz="1650" b="0">
                <a:solidFill>
                  <a:srgbClr val="292929"/>
                </a:solidFill>
                <a:latin typeface="KoPubDotum"/>
                <a:ea typeface="KoPubDotum"/>
                <a:cs typeface="KoPubDotum"/>
              </a:defRPr>
            </a:pPr>
            <a:r>
              <a:rPr sz="1650" b="0">
                <a:solidFill>
                  <a:srgbClr val="292929"/>
                </a:solidFill>
                <a:latin typeface="KoPubDotum"/>
                <a:ea typeface="KoPubDotum"/>
                <a:cs typeface="KoPubDotum"/>
              </a:rPr>
              <a:t>Hub의 앞 방향</a:t>
            </a:r>
          </a:p>
          <a:p xmlns:a="http://schemas.openxmlformats.org/drawingml/2006/main">
            <a:pPr algn="l">
              <a:lnSpc>
                <a:spcPct val="116000"/>
              </a:lnSpc>
              <a:buNone/>
              <a:defRPr sz="1650" b="0">
                <a:solidFill>
                  <a:srgbClr val="292929"/>
                </a:solidFill>
                <a:latin typeface="KoPubDotum"/>
                <a:ea typeface="KoPubDotum"/>
                <a:cs typeface="KoPubDotum"/>
              </a:defRPr>
            </a:pPr>
            <a:r>
              <a:rPr sz="1650" b="0">
                <a:solidFill>
                  <a:srgbClr val="292929"/>
                </a:solidFill>
                <a:latin typeface="KoPubDotum"/>
                <a:ea typeface="KoPubDotum"/>
                <a:cs typeface="KoPubDotum"/>
              </a:rPr>
              <a:t>바퀴와 축 고정</a:t>
            </a:r>
          </a:p>
          <a:p xmlns:a="http://schemas.openxmlformats.org/drawingml/2006/main">
            <a:pPr algn="l">
              <a:lnSpc>
                <a:spcPct val="116000"/>
              </a:lnSpc>
              <a:buNone/>
              <a:defRPr sz="1650" b="0">
                <a:solidFill>
                  <a:srgbClr val="292929"/>
                </a:solidFill>
                <a:latin typeface="KoPubDotum"/>
                <a:ea typeface="KoPubDotum"/>
                <a:cs typeface="KoPubDotum"/>
              </a:defRPr>
            </a:pPr>
            <a:r>
              <a:rPr sz="1650" b="0">
                <a:solidFill>
                  <a:srgbClr val="292929"/>
                </a:solidFill>
                <a:latin typeface="KoPubDotum"/>
                <a:ea typeface="KoPubDotum"/>
                <a:cs typeface="KoPubDotum"/>
              </a:rPr>
              <a:t>케이블이 닿는 부분</a:t>
            </a:r>
          </a:p>
        </p:txBody>
      </p:sp>
      <p:sp>
        <p:nvSpPr>
          <p:cNvPr id="6" name="모터 포트">
            <a:extLst xmlns:a="http://schemas.openxmlformats.org/drawingml/2006/main">
              <a:ext uri="{FF2B5EF4-FFF2-40B4-BE49-F238E27FC236}">
                <a16:creationId xmlns:a16="http://schemas.microsoft.com/office/drawing/2014/main" id="{2B86D4ED-99AF-45E2-A2BA-D0D8E9B02788}"/>
              </a:ext>
            </a:extLst>
          </p:cNvPr>
          <p:cNvSpPr>
            <a:spLocks xmlns:a="http://schemas.openxmlformats.org/drawingml/2006/main" noGrp="1"/>
          </p:cNvSpPr>
          <p:nvPr/>
        </p:nvSpPr>
        <p:spPr>
          <a:xfrm xmlns:a="http://schemas.openxmlformats.org/drawingml/2006/main">
            <a:off x="8239125" y="3705606"/>
            <a:ext cx="1976438" cy="3295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292929"/>
                </a:solidFill>
                <a:latin typeface="KoPubDotum"/>
                <a:ea typeface="KoPubDotum"/>
                <a:cs typeface="KoPubDotum"/>
              </a:defRPr>
            </a:defPPr>
          </a:lstStyle>
          <a:p xmlns:a="http://schemas.openxmlformats.org/drawingml/2006/main">
            <a:pPr algn="l">
              <a:lnSpc>
                <a:spcPct val="116000"/>
              </a:lnSpc>
              <a:buNone/>
              <a:defRPr sz="1650" b="1">
                <a:solidFill>
                  <a:srgbClr val="292929"/>
                </a:solidFill>
                <a:latin typeface="KoPubDotum"/>
                <a:ea typeface="KoPubDotum"/>
                <a:cs typeface="KoPubDotum"/>
              </a:defRPr>
            </a:pPr>
            <a:r>
              <a:rPr sz="1650" b="1">
                <a:solidFill>
                  <a:srgbClr val="292929"/>
                </a:solidFill>
                <a:latin typeface="KoPubDotum"/>
                <a:ea typeface="KoPubDotum"/>
                <a:cs typeface="KoPubDotum"/>
              </a:rPr>
              <a:t>모터 포트</a:t>
            </a:r>
          </a:p>
        </p:txBody>
      </p:sp>
      <p:sp>
        <p:nvSpPr>
          <p:cNvPr id="7" name="이 연수에서는&#10;왼쪽 A, 오른쪽 E에&#10;모터를 연결합니다.">
            <a:extLst xmlns:a="http://schemas.openxmlformats.org/drawingml/2006/main">
              <a:ext uri="{FF2B5EF4-FFF2-40B4-BE49-F238E27FC236}">
                <a16:creationId xmlns:a16="http://schemas.microsoft.com/office/drawing/2014/main" id="{50D356B3-1D1C-4073-9776-3B44645D352B}"/>
              </a:ext>
            </a:extLst>
          </p:cNvPr>
          <p:cNvSpPr>
            <a:spLocks xmlns:a="http://schemas.openxmlformats.org/drawingml/2006/main" noGrp="1"/>
          </p:cNvSpPr>
          <p:nvPr/>
        </p:nvSpPr>
        <p:spPr>
          <a:xfrm xmlns:a="http://schemas.openxmlformats.org/drawingml/2006/main">
            <a:off x="8239125" y="4092321"/>
            <a:ext cx="1976438" cy="91859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292929"/>
                </a:solidFill>
                <a:latin typeface="KoPubDotum"/>
                <a:ea typeface="KoPubDotum"/>
                <a:cs typeface="KoPubDotum"/>
              </a:defRPr>
            </a:defPPr>
          </a:lstStyle>
          <a:p xmlns:a="http://schemas.openxmlformats.org/drawingml/2006/main">
            <a:pPr algn="l">
              <a:lnSpc>
                <a:spcPct val="116000"/>
              </a:lnSpc>
              <a:buNone/>
              <a:defRPr sz="1650" b="0">
                <a:solidFill>
                  <a:srgbClr val="292929"/>
                </a:solidFill>
                <a:latin typeface="KoPubDotum"/>
                <a:ea typeface="KoPubDotum"/>
                <a:cs typeface="KoPubDotum"/>
              </a:defRPr>
            </a:pPr>
            <a:r>
              <a:rPr sz="1650" b="0">
                <a:solidFill>
                  <a:srgbClr val="292929"/>
                </a:solidFill>
                <a:latin typeface="KoPubDotum"/>
                <a:ea typeface="KoPubDotum"/>
                <a:cs typeface="KoPubDotum"/>
              </a:rPr>
              <a:t>이 연수에서는</a:t>
            </a:r>
          </a:p>
          <a:p xmlns:a="http://schemas.openxmlformats.org/drawingml/2006/main">
            <a:pPr algn="l">
              <a:lnSpc>
                <a:spcPct val="116000"/>
              </a:lnSpc>
              <a:buNone/>
              <a:defRPr sz="1650" b="0">
                <a:solidFill>
                  <a:srgbClr val="292929"/>
                </a:solidFill>
                <a:latin typeface="KoPubDotum"/>
                <a:ea typeface="KoPubDotum"/>
                <a:cs typeface="KoPubDotum"/>
              </a:defRPr>
            </a:pPr>
            <a:r>
              <a:rPr sz="1650" b="0">
                <a:solidFill>
                  <a:srgbClr val="292929"/>
                </a:solidFill>
                <a:latin typeface="KoPubDotum"/>
                <a:ea typeface="KoPubDotum"/>
                <a:cs typeface="KoPubDotum"/>
              </a:rPr>
              <a:t>왼쪽 A, 오른쪽 E에</a:t>
            </a:r>
          </a:p>
          <a:p xmlns:a="http://schemas.openxmlformats.org/drawingml/2006/main">
            <a:pPr algn="l">
              <a:lnSpc>
                <a:spcPct val="116000"/>
              </a:lnSpc>
              <a:buNone/>
              <a:defRPr sz="1650" b="0">
                <a:solidFill>
                  <a:srgbClr val="292929"/>
                </a:solidFill>
                <a:latin typeface="KoPubDotum"/>
                <a:ea typeface="KoPubDotum"/>
                <a:cs typeface="KoPubDotum"/>
              </a:defRPr>
            </a:pPr>
            <a:r>
              <a:rPr sz="1650" b="0">
                <a:solidFill>
                  <a:srgbClr val="292929"/>
                </a:solidFill>
                <a:latin typeface="KoPubDotum"/>
                <a:ea typeface="KoPubDotum"/>
                <a:cs typeface="KoPubDotum"/>
              </a:rPr>
              <a:t>모터를 연결합니다.</a:t>
            </a:r>
          </a:p>
        </p:txBody>
      </p:sp>
    </p:spTree>
    <p:extLst>
      <p:ext uri="{BB962C8B-B14F-4D97-AF65-F5344CB8AC3E}">
        <p14:creationId xmlns:p14="http://schemas.microsoft.com/office/powerpoint/2010/main" val="990775492"/>
      </p:ext>
    </p:extLst>
  </p:cSld>
</p:sld>
</file>

<file path=ppt/slides/slide22.xml><?xml version="1.0" encoding="utf-8"?>
<p:sld xmlns:p="http://schemas.openxmlformats.org/presentationml/2006/main">
  <p:cSld>
    <p:spTree>
      <p:nvGrpSpPr>
        <p:cNvPr id="1" name=""/>
        <p:cNvGrpSpPr/>
        <p:nvPr/>
      </p:nvGrpSpPr>
      <p:grpSpPr>
        <a:xfrm xmlns:a="http://schemas.openxmlformats.org/drawingml/2006/main"/>
      </p:grpSpPr>
      <p:sp>
        <p:nvSpPr>
          <p:cNvPr id="11" name="첫 주행 준비">
            <a:extLst xmlns:a="http://schemas.openxmlformats.org/drawingml/2006/main">
              <a:ext uri="{FF2B5EF4-FFF2-40B4-BE49-F238E27FC236}">
                <a16:creationId xmlns:a16="http://schemas.microsoft.com/office/drawing/2014/main" id="{1AFECCF4-7BB9-40BE-A388-A78841312BFC}"/>
              </a:ext>
            </a:extLst>
          </p:cNvPr>
          <p:cNvSpPr>
            <a:spLocks xmlns:a="http://schemas.openxmlformats.org/drawingml/2006/main" noGrp="1"/>
          </p:cNvSpPr>
          <p:nvPr/>
        </p:nvSpPr>
        <p:spPr>
          <a:xfrm xmlns:a="http://schemas.openxmlformats.org/drawingml/2006/main">
            <a:off x="476250" y="1428750"/>
            <a:ext cx="9739313"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292929"/>
                </a:solidFill>
                <a:latin typeface="KoPubDotum"/>
                <a:ea typeface="KoPubDotum"/>
                <a:cs typeface="KoPubDotum"/>
              </a:defRPr>
            </a:defPPr>
          </a:lstStyle>
          <a:p xmlns:a="http://schemas.openxmlformats.org/drawingml/2006/main">
            <a:pPr algn="l">
              <a:lnSpc>
                <a:spcPct val="116000"/>
              </a:lnSpc>
              <a:buNone/>
              <a:defRPr sz="1950" b="0">
                <a:solidFill>
                  <a:srgbClr val="292929"/>
                </a:solidFill>
                <a:latin typeface="KoPubDotum"/>
                <a:ea typeface="KoPubDotum"/>
                <a:cs typeface="KoPubDotum"/>
              </a:defRPr>
            </a:pPr>
            <a:r>
              <a:rPr sz="1950" b="0">
                <a:solidFill>
                  <a:srgbClr val="292929"/>
                </a:solidFill>
                <a:latin typeface="KoPubDotum"/>
                <a:ea typeface="KoPubDotum"/>
                <a:cs typeface="KoPubDotum"/>
              </a:rPr>
              <a:t>첫 주행 준비</a:t>
            </a:r>
          </a:p>
        </p:txBody>
      </p:sp>
      <p:sp>
        <p:nvSpPr>
          <p:cNvPr id="2" name="22">
            <a:extLst xmlns:a="http://schemas.openxmlformats.org/drawingml/2006/main">
              <a:ext uri="{FF2B5EF4-FFF2-40B4-BE49-F238E27FC236}">
                <a16:creationId xmlns:a16="http://schemas.microsoft.com/office/drawing/2014/main" id="{039BD2F7-6979-4476-BFCB-F0D95DE61201}"/>
              </a:ext>
            </a:extLst>
          </p:cNvPr>
          <p:cNvSpPr>
            <a:spLocks xmlns:a="http://schemas.openxmlformats.org/drawingml/2006/main" noGrp="1"/>
          </p:cNvSpPr>
          <p:nvPr/>
        </p:nvSpPr>
        <p:spPr>
          <a:xfrm xmlns:a="http://schemas.openxmlformats.org/drawingml/2006/main">
            <a:off x="5107782" y="7064375"/>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50" b="0">
                <a:solidFill>
                  <a:srgbClr val="5A554E"/>
                </a:solidFill>
                <a:latin typeface="KoPubDotum"/>
                <a:ea typeface="KoPubDotum"/>
                <a:cs typeface="KoPubDotum"/>
              </a:defRPr>
            </a:defPPr>
          </a:lstStyle>
          <a:p xmlns:a="http://schemas.openxmlformats.org/drawingml/2006/main">
            <a:pPr algn="ctr">
              <a:lnSpc>
                <a:spcPct val="116000"/>
              </a:lnSpc>
              <a:buNone/>
              <a:defRPr sz="1050" b="0">
                <a:solidFill>
                  <a:srgbClr val="5A554E"/>
                </a:solidFill>
                <a:latin typeface="KoPubDotum"/>
                <a:ea typeface="KoPubDotum"/>
                <a:cs typeface="KoPubDotum"/>
              </a:defRPr>
            </a:pPr>
            <a:r>
              <a:rPr sz="1050" b="0">
                <a:solidFill>
                  <a:srgbClr val="5A554E"/>
                </a:solidFill>
                <a:latin typeface="KoPubDotum"/>
                <a:ea typeface="KoPubDotum"/>
                <a:cs typeface="KoPubDotum"/>
              </a:rPr>
              <a:t>22</a:t>
            </a:r>
          </a:p>
        </p:txBody>
      </p:sp>
      <p:sp>
        <p:nvSpPr>
          <p:cNvPr id="3" name="">
            <a:extLst xmlns:a="http://schemas.openxmlformats.org/drawingml/2006/main">
              <a:ext uri="{FF2B5EF4-FFF2-40B4-BE49-F238E27FC236}">
                <a16:creationId xmlns:a16="http://schemas.microsoft.com/office/drawing/2014/main" id="{E9434879-AF4A-4B82-AE2C-0E22020970FF}"/>
              </a:ext>
            </a:extLst>
          </p:cNvPr>
          <p:cNvSpPr>
            <a:spLocks xmlns:a="http://schemas.openxmlformats.org/drawingml/2006/main" noGrp="1"/>
          </p:cNvSpPr>
          <p:nvPr/>
        </p:nvSpPr>
        <p:spPr>
          <a:xfrm xmlns:a="http://schemas.openxmlformats.org/drawingml/2006/main">
            <a:off x="476250" y="2276475"/>
            <a:ext cx="6000750" cy="2952750"/>
          </a:xfrm>
          <a:prstGeom xmlns:a="http://schemas.openxmlformats.org/drawingml/2006/main" prst="rect">
            <a:avLst/>
          </a:prstGeom>
          <a:solidFill xmlns:a="http://schemas.openxmlformats.org/drawingml/2006/main">
            <a:srgbClr val="FFF8EF"/>
          </a:solidFill>
          <a:ln xmlns:a="http://schemas.openxmlformats.org/drawingml/2006/main" w="9525">
            <a:solidFill>
              <a:srgbClr val="E8DCC8"/>
            </a:solidFill>
          </a:ln>
        </p:spPr>
      </p:sp>
      <p:sp>
        <p:nvSpPr>
          <p:cNvPr id="4" name="프로그램이 시작될 때&#10;  동작 모터 A+E&#10;  동작 속도 ">
            <a:extLst xmlns:a="http://schemas.openxmlformats.org/drawingml/2006/main">
              <a:ext uri="{FF2B5EF4-FFF2-40B4-BE49-F238E27FC236}">
                <a16:creationId xmlns:a16="http://schemas.microsoft.com/office/drawing/2014/main" id="{957B4AD4-D667-413D-AFA8-56BEFCEEE218}"/>
              </a:ext>
            </a:extLst>
          </p:cNvPr>
          <p:cNvSpPr>
            <a:spLocks xmlns:a="http://schemas.openxmlformats.org/drawingml/2006/main" noGrp="1"/>
          </p:cNvSpPr>
          <p:nvPr/>
        </p:nvSpPr>
        <p:spPr>
          <a:xfrm xmlns:a="http://schemas.openxmlformats.org/drawingml/2006/main">
            <a:off x="666750" y="2447925"/>
            <a:ext cx="561975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292929"/>
                </a:solidFill>
                <a:latin typeface="KoPubDotum"/>
                <a:ea typeface="KoPubDotum"/>
                <a:cs typeface="KoPubDotum"/>
              </a:defRPr>
            </a:defPPr>
          </a:lstStyle>
          <a:p xmlns:a="http://schemas.openxmlformats.org/drawingml/2006/main">
            <a:pPr algn="l">
              <a:lnSpc>
                <a:spcPct val="116000"/>
              </a:lnSpc>
              <a:buNone/>
              <a:defRPr sz="2025" b="0">
                <a:solidFill>
                  <a:srgbClr val="292929"/>
                </a:solidFill>
                <a:latin typeface="KoPubDotum"/>
                <a:ea typeface="KoPubDotum"/>
                <a:cs typeface="KoPubDotum"/>
              </a:defRPr>
            </a:pPr>
            <a:r>
              <a:rPr sz="2025" b="0">
                <a:solidFill>
                  <a:srgbClr val="292929"/>
                </a:solidFill>
                <a:latin typeface="KoPubDotum"/>
                <a:ea typeface="KoPubDotum"/>
                <a:cs typeface="KoPubDotum"/>
              </a:rPr>
              <a:t>프로그램이 시작될 때</a:t>
            </a:r>
          </a:p>
          <a:p xmlns:a="http://schemas.openxmlformats.org/drawingml/2006/main">
            <a:pPr algn="l">
              <a:lnSpc>
                <a:spcPct val="116000"/>
              </a:lnSpc>
              <a:buNone/>
              <a:defRPr sz="2025" b="0">
                <a:solidFill>
                  <a:srgbClr val="292929"/>
                </a:solidFill>
                <a:latin typeface="KoPubDotum"/>
                <a:ea typeface="KoPubDotum"/>
                <a:cs typeface="KoPubDotum"/>
              </a:defRPr>
            </a:pPr>
            <a:r>
              <a:rPr sz="2025" b="0">
                <a:solidFill>
                  <a:srgbClr val="292929"/>
                </a:solidFill>
                <a:latin typeface="KoPubDotum"/>
                <a:ea typeface="KoPubDotum"/>
                <a:cs typeface="KoPubDotum"/>
              </a:rPr>
              <a:t>  동작 모터 A+E</a:t>
            </a:r>
          </a:p>
          <a:p xmlns:a="http://schemas.openxmlformats.org/drawingml/2006/main">
            <a:pPr algn="l">
              <a:lnSpc>
                <a:spcPct val="116000"/>
              </a:lnSpc>
              <a:buNone/>
              <a:defRPr sz="2025" b="0">
                <a:solidFill>
                  <a:srgbClr val="292929"/>
                </a:solidFill>
                <a:latin typeface="KoPubDotum"/>
                <a:ea typeface="KoPubDotum"/>
                <a:cs typeface="KoPubDotum"/>
              </a:defRPr>
            </a:pPr>
            <a:r>
              <a:rPr sz="2025" b="0">
                <a:solidFill>
                  <a:srgbClr val="292929"/>
                </a:solidFill>
                <a:latin typeface="KoPubDotum"/>
                <a:ea typeface="KoPubDotum"/>
                <a:cs typeface="KoPubDotum"/>
              </a:rPr>
              <a:t>  동작 속도 25%</a:t>
            </a:r>
          </a:p>
          <a:p xmlns:a="http://schemas.openxmlformats.org/drawingml/2006/main">
            <a:pPr algn="l">
              <a:lnSpc>
                <a:spcPct val="116000"/>
              </a:lnSpc>
              <a:buNone/>
              <a:defRPr sz="2025" b="0">
                <a:solidFill>
                  <a:srgbClr val="292929"/>
                </a:solidFill>
                <a:latin typeface="KoPubDotum"/>
                <a:ea typeface="KoPubDotum"/>
                <a:cs typeface="KoPubDotum"/>
              </a:defRPr>
            </a:pPr>
            <a:r>
              <a:rPr sz="2025" b="0">
                <a:solidFill>
                  <a:srgbClr val="292929"/>
                </a:solidFill>
                <a:latin typeface="KoPubDotum"/>
                <a:ea typeface="KoPubDotum"/>
                <a:cs typeface="KoPubDotum"/>
              </a:rPr>
              <a:t>  앞으로 1초</a:t>
            </a:r>
          </a:p>
          <a:p xmlns:a="http://schemas.openxmlformats.org/drawingml/2006/main">
            <a:pPr algn="l">
              <a:lnSpc>
                <a:spcPct val="116000"/>
              </a:lnSpc>
              <a:buNone/>
              <a:defRPr sz="2025" b="0">
                <a:solidFill>
                  <a:srgbClr val="292929"/>
                </a:solidFill>
                <a:latin typeface="KoPubDotum"/>
                <a:ea typeface="KoPubDotum"/>
                <a:cs typeface="KoPubDotum"/>
              </a:defRPr>
            </a:pPr>
            <a:r>
              <a:rPr sz="2025" b="0">
                <a:solidFill>
                  <a:srgbClr val="292929"/>
                </a:solidFill>
                <a:latin typeface="KoPubDotum"/>
                <a:ea typeface="KoPubDotum"/>
                <a:cs typeface="KoPubDotum"/>
              </a:rPr>
              <a:t>  이동 멈추기</a:t>
            </a:r>
          </a:p>
        </p:txBody>
      </p:sp>
      <p:sp>
        <p:nvSpPr>
          <p:cNvPr id="5" name="블록 고르기">
            <a:extLst xmlns:a="http://schemas.openxmlformats.org/drawingml/2006/main">
              <a:ext uri="{FF2B5EF4-FFF2-40B4-BE49-F238E27FC236}">
                <a16:creationId xmlns:a16="http://schemas.microsoft.com/office/drawing/2014/main" id="{A2104A7C-6B9F-4725-91FD-989ECE611C15}"/>
              </a:ext>
            </a:extLst>
          </p:cNvPr>
          <p:cNvSpPr>
            <a:spLocks xmlns:a="http://schemas.openxmlformats.org/drawingml/2006/main" noGrp="1"/>
          </p:cNvSpPr>
          <p:nvPr/>
        </p:nvSpPr>
        <p:spPr>
          <a:xfrm xmlns:a="http://schemas.openxmlformats.org/drawingml/2006/main">
            <a:off x="6905625" y="2324100"/>
            <a:ext cx="3286125" cy="34194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292929"/>
                </a:solidFill>
                <a:latin typeface="KoPubDotum"/>
                <a:ea typeface="KoPubDotum"/>
                <a:cs typeface="KoPubDotum"/>
              </a:defRPr>
            </a:defPPr>
          </a:lstStyle>
          <a:p xmlns:a="http://schemas.openxmlformats.org/drawingml/2006/main">
            <a:pPr algn="l">
              <a:lnSpc>
                <a:spcPct val="116000"/>
              </a:lnSpc>
              <a:buNone/>
              <a:defRPr sz="1725" b="1">
                <a:solidFill>
                  <a:srgbClr val="292929"/>
                </a:solidFill>
                <a:latin typeface="KoPubDotum"/>
                <a:ea typeface="KoPubDotum"/>
                <a:cs typeface="KoPubDotum"/>
              </a:defRPr>
            </a:pPr>
            <a:r>
              <a:rPr sz="1725" b="1">
                <a:solidFill>
                  <a:srgbClr val="292929"/>
                </a:solidFill>
                <a:latin typeface="KoPubDotum"/>
                <a:ea typeface="KoPubDotum"/>
                <a:cs typeface="KoPubDotum"/>
              </a:rPr>
              <a:t>블록 고르기</a:t>
            </a:r>
          </a:p>
        </p:txBody>
      </p:sp>
      <p:sp>
        <p:nvSpPr>
          <p:cNvPr id="6" name="동작에서 모터 설정, 속도, 이동, 정지&#10;블록을 찾습니다.">
            <a:extLst xmlns:a="http://schemas.openxmlformats.org/drawingml/2006/main">
              <a:ext uri="{FF2B5EF4-FFF2-40B4-BE49-F238E27FC236}">
                <a16:creationId xmlns:a16="http://schemas.microsoft.com/office/drawing/2014/main" id="{E8EE1017-5CFD-4578-AFFA-A30D3D036DF1}"/>
              </a:ext>
            </a:extLst>
          </p:cNvPr>
          <p:cNvSpPr>
            <a:spLocks xmlns:a="http://schemas.openxmlformats.org/drawingml/2006/main" noGrp="1"/>
          </p:cNvSpPr>
          <p:nvPr/>
        </p:nvSpPr>
        <p:spPr>
          <a:xfrm xmlns:a="http://schemas.openxmlformats.org/drawingml/2006/main">
            <a:off x="6905625" y="2723198"/>
            <a:ext cx="3286125" cy="66332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292929"/>
                </a:solidFill>
                <a:latin typeface="KoPubDotum"/>
                <a:ea typeface="KoPubDotum"/>
                <a:cs typeface="KoPubDotum"/>
              </a:defRPr>
            </a:defPPr>
          </a:lstStyle>
          <a:p xmlns:a="http://schemas.openxmlformats.org/drawingml/2006/main">
            <a:pPr algn="l">
              <a:lnSpc>
                <a:spcPct val="116000"/>
              </a:lnSpc>
              <a:buNone/>
              <a:defRPr sz="1725" b="0">
                <a:solidFill>
                  <a:srgbClr val="292929"/>
                </a:solidFill>
                <a:latin typeface="KoPubDotum"/>
                <a:ea typeface="KoPubDotum"/>
                <a:cs typeface="KoPubDotum"/>
              </a:defRPr>
            </a:pPr>
            <a:r>
              <a:rPr sz="1725" b="0">
                <a:solidFill>
                  <a:srgbClr val="292929"/>
                </a:solidFill>
                <a:latin typeface="KoPubDotum"/>
                <a:ea typeface="KoPubDotum"/>
                <a:cs typeface="KoPubDotum"/>
              </a:rPr>
              <a:t>동작에서 모터 설정, 속도, 이동, 정지</a:t>
            </a:r>
          </a:p>
          <a:p xmlns:a="http://schemas.openxmlformats.org/drawingml/2006/main">
            <a:pPr algn="l">
              <a:lnSpc>
                <a:spcPct val="116000"/>
              </a:lnSpc>
              <a:buNone/>
              <a:defRPr sz="1725" b="0">
                <a:solidFill>
                  <a:srgbClr val="292929"/>
                </a:solidFill>
                <a:latin typeface="KoPubDotum"/>
                <a:ea typeface="KoPubDotum"/>
                <a:cs typeface="KoPubDotum"/>
              </a:defRPr>
            </a:pPr>
            <a:r>
              <a:rPr sz="1725" b="0">
                <a:solidFill>
                  <a:srgbClr val="292929"/>
                </a:solidFill>
                <a:latin typeface="KoPubDotum"/>
                <a:ea typeface="KoPubDotum"/>
                <a:cs typeface="KoPubDotum"/>
              </a:rPr>
              <a:t>블록을 찾습니다.</a:t>
            </a:r>
          </a:p>
        </p:txBody>
      </p:sp>
      <p:sp>
        <p:nvSpPr>
          <p:cNvPr id="7" name="바퀴를 들고 시험">
            <a:extLst xmlns:a="http://schemas.openxmlformats.org/drawingml/2006/main">
              <a:ext uri="{FF2B5EF4-FFF2-40B4-BE49-F238E27FC236}">
                <a16:creationId xmlns:a16="http://schemas.microsoft.com/office/drawing/2014/main" id="{A88F7B89-5CF5-4D81-A984-21037427571A}"/>
              </a:ext>
            </a:extLst>
          </p:cNvPr>
          <p:cNvSpPr>
            <a:spLocks xmlns:a="http://schemas.openxmlformats.org/drawingml/2006/main" noGrp="1"/>
          </p:cNvSpPr>
          <p:nvPr/>
        </p:nvSpPr>
        <p:spPr>
          <a:xfrm xmlns:a="http://schemas.openxmlformats.org/drawingml/2006/main">
            <a:off x="6905625" y="3596068"/>
            <a:ext cx="3286125" cy="34194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292929"/>
                </a:solidFill>
                <a:latin typeface="KoPubDotum"/>
                <a:ea typeface="KoPubDotum"/>
                <a:cs typeface="KoPubDotum"/>
              </a:defRPr>
            </a:defPPr>
          </a:lstStyle>
          <a:p xmlns:a="http://schemas.openxmlformats.org/drawingml/2006/main">
            <a:pPr algn="l">
              <a:lnSpc>
                <a:spcPct val="116000"/>
              </a:lnSpc>
              <a:buNone/>
              <a:defRPr sz="1725" b="1">
                <a:solidFill>
                  <a:srgbClr val="292929"/>
                </a:solidFill>
                <a:latin typeface="KoPubDotum"/>
                <a:ea typeface="KoPubDotum"/>
                <a:cs typeface="KoPubDotum"/>
              </a:defRPr>
            </a:pPr>
            <a:r>
              <a:rPr sz="1725" b="1">
                <a:solidFill>
                  <a:srgbClr val="292929"/>
                </a:solidFill>
                <a:latin typeface="KoPubDotum"/>
                <a:ea typeface="KoPubDotum"/>
                <a:cs typeface="KoPubDotum"/>
              </a:rPr>
              <a:t>바퀴를 들고 시험</a:t>
            </a:r>
          </a:p>
        </p:txBody>
      </p:sp>
      <p:sp>
        <p:nvSpPr>
          <p:cNvPr id="8" name="왼쪽 A와 오른쪽 E를 확인하고 1초&#10;동안 돌려 봅니다.">
            <a:extLst xmlns:a="http://schemas.openxmlformats.org/drawingml/2006/main">
              <a:ext uri="{FF2B5EF4-FFF2-40B4-BE49-F238E27FC236}">
                <a16:creationId xmlns:a16="http://schemas.microsoft.com/office/drawing/2014/main" id="{365F38A1-C840-4E9D-9F29-A199179B8773}"/>
              </a:ext>
            </a:extLst>
          </p:cNvPr>
          <p:cNvSpPr>
            <a:spLocks xmlns:a="http://schemas.openxmlformats.org/drawingml/2006/main" noGrp="1"/>
          </p:cNvSpPr>
          <p:nvPr/>
        </p:nvSpPr>
        <p:spPr>
          <a:xfrm xmlns:a="http://schemas.openxmlformats.org/drawingml/2006/main">
            <a:off x="6905625" y="3995166"/>
            <a:ext cx="3286125" cy="66332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292929"/>
                </a:solidFill>
                <a:latin typeface="KoPubDotum"/>
                <a:ea typeface="KoPubDotum"/>
                <a:cs typeface="KoPubDotum"/>
              </a:defRPr>
            </a:defPPr>
          </a:lstStyle>
          <a:p xmlns:a="http://schemas.openxmlformats.org/drawingml/2006/main">
            <a:pPr algn="l">
              <a:lnSpc>
                <a:spcPct val="116000"/>
              </a:lnSpc>
              <a:buNone/>
              <a:defRPr sz="1725" b="0">
                <a:solidFill>
                  <a:srgbClr val="292929"/>
                </a:solidFill>
                <a:latin typeface="KoPubDotum"/>
                <a:ea typeface="KoPubDotum"/>
                <a:cs typeface="KoPubDotum"/>
              </a:defRPr>
            </a:pPr>
            <a:r>
              <a:rPr sz="1725" b="0">
                <a:solidFill>
                  <a:srgbClr val="292929"/>
                </a:solidFill>
                <a:latin typeface="KoPubDotum"/>
                <a:ea typeface="KoPubDotum"/>
                <a:cs typeface="KoPubDotum"/>
              </a:rPr>
              <a:t>왼쪽 A와 오른쪽 E를 확인하고 1초</a:t>
            </a:r>
          </a:p>
          <a:p xmlns:a="http://schemas.openxmlformats.org/drawingml/2006/main">
            <a:pPr algn="l">
              <a:lnSpc>
                <a:spcPct val="116000"/>
              </a:lnSpc>
              <a:buNone/>
              <a:defRPr sz="1725" b="0">
                <a:solidFill>
                  <a:srgbClr val="292929"/>
                </a:solidFill>
                <a:latin typeface="KoPubDotum"/>
                <a:ea typeface="KoPubDotum"/>
                <a:cs typeface="KoPubDotum"/>
              </a:defRPr>
            </a:pPr>
            <a:r>
              <a:rPr sz="1725" b="0">
                <a:solidFill>
                  <a:srgbClr val="292929"/>
                </a:solidFill>
                <a:latin typeface="KoPubDotum"/>
                <a:ea typeface="KoPubDotum"/>
                <a:cs typeface="KoPubDotum"/>
              </a:rPr>
              <a:t>동안 돌려 봅니다.</a:t>
            </a:r>
          </a:p>
        </p:txBody>
      </p:sp>
      <p:sp>
        <p:nvSpPr>
          <p:cNvPr id="9" name="바닥에서 시험">
            <a:extLst xmlns:a="http://schemas.openxmlformats.org/drawingml/2006/main">
              <a:ext uri="{FF2B5EF4-FFF2-40B4-BE49-F238E27FC236}">
                <a16:creationId xmlns:a16="http://schemas.microsoft.com/office/drawing/2014/main" id="{43ED449D-4EC9-4CE5-A5E5-D1DB1C4E5F8C}"/>
              </a:ext>
            </a:extLst>
          </p:cNvPr>
          <p:cNvSpPr>
            <a:spLocks xmlns:a="http://schemas.openxmlformats.org/drawingml/2006/main" noGrp="1"/>
          </p:cNvSpPr>
          <p:nvPr/>
        </p:nvSpPr>
        <p:spPr>
          <a:xfrm xmlns:a="http://schemas.openxmlformats.org/drawingml/2006/main">
            <a:off x="6905625" y="4868037"/>
            <a:ext cx="3286125" cy="34194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292929"/>
                </a:solidFill>
                <a:latin typeface="KoPubDotum"/>
                <a:ea typeface="KoPubDotum"/>
                <a:cs typeface="KoPubDotum"/>
              </a:defRPr>
            </a:defPPr>
          </a:lstStyle>
          <a:p xmlns:a="http://schemas.openxmlformats.org/drawingml/2006/main">
            <a:pPr algn="l">
              <a:lnSpc>
                <a:spcPct val="116000"/>
              </a:lnSpc>
              <a:buNone/>
              <a:defRPr sz="1725" b="1">
                <a:solidFill>
                  <a:srgbClr val="292929"/>
                </a:solidFill>
                <a:latin typeface="KoPubDotum"/>
                <a:ea typeface="KoPubDotum"/>
                <a:cs typeface="KoPubDotum"/>
              </a:defRPr>
            </a:pPr>
            <a:r>
              <a:rPr sz="1725" b="1">
                <a:solidFill>
                  <a:srgbClr val="292929"/>
                </a:solidFill>
                <a:latin typeface="KoPubDotum"/>
                <a:ea typeface="KoPubDotum"/>
                <a:cs typeface="KoPubDotum"/>
              </a:rPr>
              <a:t>바닥에서 시험</a:t>
            </a:r>
          </a:p>
        </p:txBody>
      </p:sp>
      <p:sp>
        <p:nvSpPr>
          <p:cNvPr id="10" name="넓은 곳에 내려놓고 같은 코드를&#10;실행합니다.&#10;설정한 속도와">
            <a:extLst xmlns:a="http://schemas.openxmlformats.org/drawingml/2006/main">
              <a:ext uri="{FF2B5EF4-FFF2-40B4-BE49-F238E27FC236}">
                <a16:creationId xmlns:a16="http://schemas.microsoft.com/office/drawing/2014/main" id="{A7E38153-6ADC-4DCF-B3DA-E15689C75E63}"/>
              </a:ext>
            </a:extLst>
          </p:cNvPr>
          <p:cNvSpPr>
            <a:spLocks xmlns:a="http://schemas.openxmlformats.org/drawingml/2006/main" noGrp="1"/>
          </p:cNvSpPr>
          <p:nvPr/>
        </p:nvSpPr>
        <p:spPr>
          <a:xfrm xmlns:a="http://schemas.openxmlformats.org/drawingml/2006/main">
            <a:off x="6905625" y="5267134"/>
            <a:ext cx="3286125" cy="12504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292929"/>
                </a:solidFill>
                <a:latin typeface="KoPubDotum"/>
                <a:ea typeface="KoPubDotum"/>
                <a:cs typeface="KoPubDotum"/>
              </a:defRPr>
            </a:defPPr>
          </a:lstStyle>
          <a:p xmlns:a="http://schemas.openxmlformats.org/drawingml/2006/main">
            <a:pPr algn="l">
              <a:lnSpc>
                <a:spcPct val="116000"/>
              </a:lnSpc>
              <a:buNone/>
              <a:defRPr sz="1725" b="0">
                <a:solidFill>
                  <a:srgbClr val="292929"/>
                </a:solidFill>
                <a:latin typeface="KoPubDotum"/>
                <a:ea typeface="KoPubDotum"/>
                <a:cs typeface="KoPubDotum"/>
              </a:defRPr>
            </a:pPr>
            <a:r>
              <a:rPr sz="1725" b="0">
                <a:solidFill>
                  <a:srgbClr val="292929"/>
                </a:solidFill>
                <a:latin typeface="KoPubDotum"/>
                <a:ea typeface="KoPubDotum"/>
                <a:cs typeface="KoPubDotum"/>
              </a:rPr>
              <a:t>넓은 곳에 내려놓고 같은 코드를</a:t>
            </a:r>
          </a:p>
          <a:p xmlns:a="http://schemas.openxmlformats.org/drawingml/2006/main">
            <a:pPr algn="l">
              <a:lnSpc>
                <a:spcPct val="116000"/>
              </a:lnSpc>
              <a:buNone/>
              <a:defRPr sz="1725" b="0">
                <a:solidFill>
                  <a:srgbClr val="292929"/>
                </a:solidFill>
                <a:latin typeface="KoPubDotum"/>
                <a:ea typeface="KoPubDotum"/>
                <a:cs typeface="KoPubDotum"/>
              </a:defRPr>
            </a:pPr>
            <a:r>
              <a:rPr sz="1725" b="0">
                <a:solidFill>
                  <a:srgbClr val="292929"/>
                </a:solidFill>
                <a:latin typeface="KoPubDotum"/>
                <a:ea typeface="KoPubDotum"/>
                <a:cs typeface="KoPubDotum"/>
              </a:rPr>
              <a:t>실행합니다.</a:t>
            </a:r>
          </a:p>
          <a:p xmlns:a="http://schemas.openxmlformats.org/drawingml/2006/main">
            <a:pPr algn="l">
              <a:lnSpc>
                <a:spcPct val="116000"/>
              </a:lnSpc>
              <a:buNone/>
              <a:defRPr sz="1725" b="0">
                <a:solidFill>
                  <a:srgbClr val="292929"/>
                </a:solidFill>
                <a:latin typeface="KoPubDotum"/>
                <a:ea typeface="KoPubDotum"/>
                <a:cs typeface="KoPubDotum"/>
              </a:defRPr>
            </a:pPr>
            <a:r>
              <a:rPr sz="1725" b="0">
                <a:solidFill>
                  <a:srgbClr val="292929"/>
                </a:solidFill>
                <a:latin typeface="KoPubDotum"/>
                <a:ea typeface="KoPubDotum"/>
                <a:cs typeface="KoPubDotum"/>
              </a:rPr>
              <a:t>설정한 속도와 실제로 멈췄는지를</a:t>
            </a:r>
          </a:p>
          <a:p xmlns:a="http://schemas.openxmlformats.org/drawingml/2006/main">
            <a:pPr algn="l">
              <a:lnSpc>
                <a:spcPct val="116000"/>
              </a:lnSpc>
              <a:buNone/>
              <a:defRPr sz="1725" b="0">
                <a:solidFill>
                  <a:srgbClr val="292929"/>
                </a:solidFill>
                <a:latin typeface="KoPubDotum"/>
                <a:ea typeface="KoPubDotum"/>
                <a:cs typeface="KoPubDotum"/>
              </a:defRPr>
            </a:pPr>
            <a:r>
              <a:rPr sz="1725" b="0">
                <a:solidFill>
                  <a:srgbClr val="292929"/>
                </a:solidFill>
                <a:latin typeface="KoPubDotum"/>
                <a:ea typeface="KoPubDotum"/>
                <a:cs typeface="KoPubDotum"/>
              </a:rPr>
              <a:t>활동지에 적습니다.</a:t>
            </a:r>
          </a:p>
        </p:txBody>
      </p:sp>
    </p:spTree>
    <p:extLst>
      <p:ext uri="{BB962C8B-B14F-4D97-AF65-F5344CB8AC3E}">
        <p14:creationId xmlns:p14="http://schemas.microsoft.com/office/powerpoint/2010/main" val="1397092581"/>
      </p:ext>
    </p:extLst>
  </p:cSld>
</p:sld>
</file>

<file path=ppt/slides/slide23.xml><?xml version="1.0" encoding="utf-8"?>
<p:sld xmlns:p="http://schemas.openxmlformats.org/presentationml/2006/main">
  <p:cSld>
    <p:spTree>
      <p:nvGrpSpPr>
        <p:cNvPr id="1" name=""/>
        <p:cNvGrpSpPr/>
        <p:nvPr/>
      </p:nvGrpSpPr>
      <p:grpSpPr>
        <a:xfrm xmlns:a="http://schemas.openxmlformats.org/drawingml/2006/main"/>
      </p:grpSpPr>
      <p:sp>
        <p:nvSpPr>
          <p:cNvPr id="6" name="A/E 모터로 1초 주행">
            <a:extLst xmlns:a="http://schemas.openxmlformats.org/drawingml/2006/main">
              <a:ext uri="{FF2B5EF4-FFF2-40B4-BE49-F238E27FC236}">
                <a16:creationId xmlns:a16="http://schemas.microsoft.com/office/drawing/2014/main" id="{5959E7A7-7A70-4C3D-A0CA-DC03992DB77C}"/>
              </a:ext>
            </a:extLst>
          </p:cNvPr>
          <p:cNvSpPr>
            <a:spLocks xmlns:a="http://schemas.openxmlformats.org/drawingml/2006/main" noGrp="1"/>
          </p:cNvSpPr>
          <p:nvPr/>
        </p:nvSpPr>
        <p:spPr>
          <a:xfrm xmlns:a="http://schemas.openxmlformats.org/drawingml/2006/main">
            <a:off x="476250" y="1428750"/>
            <a:ext cx="9739313"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292929"/>
                </a:solidFill>
                <a:latin typeface="KoPubDotum"/>
                <a:ea typeface="KoPubDotum"/>
                <a:cs typeface="KoPubDotum"/>
              </a:defRPr>
            </a:defPPr>
          </a:lstStyle>
          <a:p xmlns:a="http://schemas.openxmlformats.org/drawingml/2006/main">
            <a:pPr algn="l">
              <a:lnSpc>
                <a:spcPct val="116000"/>
              </a:lnSpc>
              <a:buNone/>
              <a:defRPr sz="1950" b="0">
                <a:solidFill>
                  <a:srgbClr val="292929"/>
                </a:solidFill>
                <a:latin typeface="KoPubDotum"/>
                <a:ea typeface="KoPubDotum"/>
                <a:cs typeface="KoPubDotum"/>
              </a:defRPr>
            </a:pPr>
            <a:r>
              <a:rPr sz="1950" b="0">
                <a:solidFill>
                  <a:srgbClr val="292929"/>
                </a:solidFill>
                <a:latin typeface="KoPubDotum"/>
                <a:ea typeface="KoPubDotum"/>
                <a:cs typeface="KoPubDotum"/>
              </a:rPr>
              <a:t>A/E 모터로 1초 주행</a:t>
            </a:r>
          </a:p>
        </p:txBody>
      </p:sp>
      <p:sp>
        <p:nvSpPr>
          <p:cNvPr id="2" name="23">
            <a:extLst xmlns:a="http://schemas.openxmlformats.org/drawingml/2006/main">
              <a:ext uri="{FF2B5EF4-FFF2-40B4-BE49-F238E27FC236}">
                <a16:creationId xmlns:a16="http://schemas.microsoft.com/office/drawing/2014/main" id="{12B71D12-5240-49F1-9ACA-AE22D3E8B49C}"/>
              </a:ext>
            </a:extLst>
          </p:cNvPr>
          <p:cNvSpPr>
            <a:spLocks xmlns:a="http://schemas.openxmlformats.org/drawingml/2006/main" noGrp="1"/>
          </p:cNvSpPr>
          <p:nvPr/>
        </p:nvSpPr>
        <p:spPr>
          <a:xfrm xmlns:a="http://schemas.openxmlformats.org/drawingml/2006/main">
            <a:off x="5107782" y="7064375"/>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50" b="0">
                <a:solidFill>
                  <a:srgbClr val="5A554E"/>
                </a:solidFill>
                <a:latin typeface="KoPubDotum"/>
                <a:ea typeface="KoPubDotum"/>
                <a:cs typeface="KoPubDotum"/>
              </a:defRPr>
            </a:defPPr>
          </a:lstStyle>
          <a:p xmlns:a="http://schemas.openxmlformats.org/drawingml/2006/main">
            <a:pPr algn="ctr">
              <a:lnSpc>
                <a:spcPct val="116000"/>
              </a:lnSpc>
              <a:buNone/>
              <a:defRPr sz="1050" b="0">
                <a:solidFill>
                  <a:srgbClr val="5A554E"/>
                </a:solidFill>
                <a:latin typeface="KoPubDotum"/>
                <a:ea typeface="KoPubDotum"/>
                <a:cs typeface="KoPubDotum"/>
              </a:defRPr>
            </a:pPr>
            <a:r>
              <a:rPr sz="1050" b="0">
                <a:solidFill>
                  <a:srgbClr val="5A554E"/>
                </a:solidFill>
                <a:latin typeface="KoPubDotum"/>
                <a:ea typeface="KoPubDotum"/>
                <a:cs typeface="KoPubDotum"/>
              </a:rPr>
              <a:t>23</a:t>
            </a:r>
          </a:p>
        </p:txBody>
      </p:sp>
      <p:pic>
        <p:nvPicPr>
          <p:cNvPr id="3" name="">
            <a:extLst xmlns:a="http://schemas.openxmlformats.org/drawingml/2006/main">
              <a:ext uri="{FF2B5EF4-FFF2-40B4-BE49-F238E27FC236}">
                <a16:creationId xmlns:a16="http://schemas.microsoft.com/office/drawing/2014/main" id="{F859B801-8B98-4BFB-B09D-57C41B95F795}"/>
              </a:ext>
            </a:extLst>
          </p:cNvPr>
          <p:cNvPicPr>
            <a:picLocks xmlns:a="http://schemas.openxmlformats.org/drawingml/2006/main" noChangeAspect="1"/>
          </p:cNvPicPr>
          <p:nvPr/>
        </p:nvPicPr>
        <p:blipFill>
          <a:blip xmlns:r="http://schemas.openxmlformats.org/officeDocument/2006/relationships" xmlns:a="http://schemas.openxmlformats.org/drawingml/2006/main" r:embed="R02b70e1360ae4ddc"/>
          <a:stretch xmlns:a="http://schemas.openxmlformats.org/drawingml/2006/main"/>
        </p:blipFill>
        <p:spPr>
          <a:xfrm xmlns:a="http://schemas.openxmlformats.org/drawingml/2006/main">
            <a:off x="476250" y="2047875"/>
            <a:ext cx="6191250" cy="4603750"/>
          </a:xfrm>
          <a:prstGeom xmlns:a="http://schemas.openxmlformats.org/drawingml/2006/main" prst="rect">
            <a:avLst/>
          </a:prstGeom>
        </p:spPr>
      </p:pic>
      <p:sp>
        <p:nvSpPr>
          <p:cNvPr id="4" name="첫 시험">
            <a:extLst xmlns:a="http://schemas.openxmlformats.org/drawingml/2006/main">
              <a:ext uri="{FF2B5EF4-FFF2-40B4-BE49-F238E27FC236}">
                <a16:creationId xmlns:a16="http://schemas.microsoft.com/office/drawing/2014/main" id="{62441904-691C-46DD-87ED-21F01E81D402}"/>
              </a:ext>
            </a:extLst>
          </p:cNvPr>
          <p:cNvSpPr>
            <a:spLocks xmlns:a="http://schemas.openxmlformats.org/drawingml/2006/main" noGrp="1"/>
          </p:cNvSpPr>
          <p:nvPr/>
        </p:nvSpPr>
        <p:spPr>
          <a:xfrm xmlns:a="http://schemas.openxmlformats.org/drawingml/2006/main">
            <a:off x="7048500" y="2190750"/>
            <a:ext cx="3167063" cy="3543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292929"/>
                </a:solidFill>
                <a:latin typeface="KoPubDotum"/>
                <a:ea typeface="KoPubDotum"/>
                <a:cs typeface="KoPubDotum"/>
              </a:defRPr>
            </a:defPPr>
          </a:lstStyle>
          <a:p xmlns:a="http://schemas.openxmlformats.org/drawingml/2006/main">
            <a:pPr algn="l">
              <a:lnSpc>
                <a:spcPct val="116000"/>
              </a:lnSpc>
              <a:buNone/>
              <a:defRPr sz="1800" b="1">
                <a:solidFill>
                  <a:srgbClr val="292929"/>
                </a:solidFill>
                <a:latin typeface="KoPubDotum"/>
                <a:ea typeface="KoPubDotum"/>
                <a:cs typeface="KoPubDotum"/>
              </a:defRPr>
            </a:pPr>
            <a:r>
              <a:rPr sz="1800" b="1">
                <a:solidFill>
                  <a:srgbClr val="292929"/>
                </a:solidFill>
                <a:latin typeface="KoPubDotum"/>
                <a:ea typeface="KoPubDotum"/>
                <a:cs typeface="KoPubDotum"/>
              </a:rPr>
              <a:t>첫 시험</a:t>
            </a:r>
          </a:p>
        </p:txBody>
      </p:sp>
      <p:sp>
        <p:nvSpPr>
          <p:cNvPr id="5" name="바퀴를 들어 올린 채 실행합니다.&#10;두 바퀴가 앞으로 도는지">
            <a:extLst xmlns:a="http://schemas.openxmlformats.org/drawingml/2006/main">
              <a:ext uri="{FF2B5EF4-FFF2-40B4-BE49-F238E27FC236}">
                <a16:creationId xmlns:a16="http://schemas.microsoft.com/office/drawing/2014/main" id="{86187002-49F2-4562-AD69-1CEF8DF18A84}"/>
              </a:ext>
            </a:extLst>
          </p:cNvPr>
          <p:cNvSpPr>
            <a:spLocks xmlns:a="http://schemas.openxmlformats.org/drawingml/2006/main" noGrp="1"/>
          </p:cNvSpPr>
          <p:nvPr/>
        </p:nvSpPr>
        <p:spPr>
          <a:xfrm xmlns:a="http://schemas.openxmlformats.org/drawingml/2006/main">
            <a:off x="7048500" y="2602230"/>
            <a:ext cx="3167063" cy="99517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292929"/>
                </a:solidFill>
                <a:latin typeface="KoPubDotum"/>
                <a:ea typeface="KoPubDotum"/>
                <a:cs typeface="KoPubDotum"/>
              </a:defRPr>
            </a:defPPr>
          </a:lstStyle>
          <a:p xmlns:a="http://schemas.openxmlformats.org/drawingml/2006/main">
            <a:pPr algn="l">
              <a:lnSpc>
                <a:spcPct val="116000"/>
              </a:lnSpc>
              <a:buNone/>
              <a:defRPr sz="1800" b="0">
                <a:solidFill>
                  <a:srgbClr val="292929"/>
                </a:solidFill>
                <a:latin typeface="KoPubDotum"/>
                <a:ea typeface="KoPubDotum"/>
                <a:cs typeface="KoPubDotum"/>
              </a:defRPr>
            </a:pPr>
            <a:r>
              <a:rPr sz="1800" b="0">
                <a:solidFill>
                  <a:srgbClr val="292929"/>
                </a:solidFill>
                <a:latin typeface="KoPubDotum"/>
                <a:ea typeface="KoPubDotum"/>
                <a:cs typeface="KoPubDotum"/>
              </a:rPr>
              <a:t>바퀴를 들어 올린 채 실행합니다.</a:t>
            </a:r>
          </a:p>
          <a:p xmlns:a="http://schemas.openxmlformats.org/drawingml/2006/main">
            <a:pPr algn="l">
              <a:lnSpc>
                <a:spcPct val="116000"/>
              </a:lnSpc>
              <a:buNone/>
              <a:defRPr sz="1800" b="0">
                <a:solidFill>
                  <a:srgbClr val="292929"/>
                </a:solidFill>
                <a:latin typeface="KoPubDotum"/>
                <a:ea typeface="KoPubDotum"/>
                <a:cs typeface="KoPubDotum"/>
              </a:defRPr>
            </a:pPr>
            <a:r>
              <a:rPr sz="1800" b="0">
                <a:solidFill>
                  <a:srgbClr val="292929"/>
                </a:solidFill>
                <a:latin typeface="KoPubDotum"/>
                <a:ea typeface="KoPubDotum"/>
                <a:cs typeface="KoPubDotum"/>
              </a:rPr>
              <a:t>두 바퀴가 앞으로 도는지 본 뒤</a:t>
            </a:r>
          </a:p>
          <a:p xmlns:a="http://schemas.openxmlformats.org/drawingml/2006/main">
            <a:pPr algn="l">
              <a:lnSpc>
                <a:spcPct val="116000"/>
              </a:lnSpc>
              <a:buNone/>
              <a:defRPr sz="1800" b="0">
                <a:solidFill>
                  <a:srgbClr val="292929"/>
                </a:solidFill>
                <a:latin typeface="KoPubDotum"/>
                <a:ea typeface="KoPubDotum"/>
                <a:cs typeface="KoPubDotum"/>
              </a:defRPr>
            </a:pPr>
            <a:r>
              <a:rPr sz="1800" b="0">
                <a:solidFill>
                  <a:srgbClr val="292929"/>
                </a:solidFill>
                <a:latin typeface="KoPubDotum"/>
                <a:ea typeface="KoPubDotum"/>
                <a:cs typeface="KoPubDotum"/>
              </a:rPr>
              <a:t>바닥에서 1초만 주행합니다.</a:t>
            </a:r>
          </a:p>
        </p:txBody>
      </p:sp>
    </p:spTree>
    <p:extLst>
      <p:ext uri="{BB962C8B-B14F-4D97-AF65-F5344CB8AC3E}">
        <p14:creationId xmlns:p14="http://schemas.microsoft.com/office/powerpoint/2010/main" val="372304636"/>
      </p:ext>
    </p:extLst>
  </p:cSld>
</p:sld>
</file>

<file path=ppt/slides/slide24.xml><?xml version="1.0" encoding="utf-8"?>
<p:sld xmlns:p="http://schemas.openxmlformats.org/presentationml/2006/main">
  <p:cSld>
    <p:spTree>
      <p:nvGrpSpPr>
        <p:cNvPr id="1" name=""/>
        <p:cNvGrpSpPr/>
        <p:nvPr/>
      </p:nvGrpSpPr>
      <p:grpSpPr>
        <a:xfrm xmlns:a="http://schemas.openxmlformats.org/drawingml/2006/main"/>
      </p:grpSpPr>
      <p:sp>
        <p:nvSpPr>
          <p:cNvPr id="4" name="직진·후진·좌회전·우회전">
            <a:extLst xmlns:a="http://schemas.openxmlformats.org/drawingml/2006/main">
              <a:ext uri="{FF2B5EF4-FFF2-40B4-BE49-F238E27FC236}">
                <a16:creationId xmlns:a16="http://schemas.microsoft.com/office/drawing/2014/main" id="{2FE2BC16-2A5A-4D4F-8582-0952647E1A0A}"/>
              </a:ext>
            </a:extLst>
          </p:cNvPr>
          <p:cNvSpPr>
            <a:spLocks xmlns:a="http://schemas.openxmlformats.org/drawingml/2006/main" noGrp="1"/>
          </p:cNvSpPr>
          <p:nvPr/>
        </p:nvSpPr>
        <p:spPr>
          <a:xfrm xmlns:a="http://schemas.openxmlformats.org/drawingml/2006/main">
            <a:off x="476250" y="1428750"/>
            <a:ext cx="9739313"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292929"/>
                </a:solidFill>
                <a:latin typeface="KoPubDotum"/>
                <a:ea typeface="KoPubDotum"/>
                <a:cs typeface="KoPubDotum"/>
              </a:defRPr>
            </a:defPPr>
          </a:lstStyle>
          <a:p xmlns:a="http://schemas.openxmlformats.org/drawingml/2006/main">
            <a:pPr algn="l">
              <a:lnSpc>
                <a:spcPct val="116000"/>
              </a:lnSpc>
              <a:buNone/>
              <a:defRPr sz="1950" b="0">
                <a:solidFill>
                  <a:srgbClr val="292929"/>
                </a:solidFill>
                <a:latin typeface="KoPubDotum"/>
                <a:ea typeface="KoPubDotum"/>
                <a:cs typeface="KoPubDotum"/>
              </a:defRPr>
            </a:pPr>
            <a:r>
              <a:rPr sz="1950" b="0">
                <a:solidFill>
                  <a:srgbClr val="292929"/>
                </a:solidFill>
                <a:latin typeface="KoPubDotum"/>
                <a:ea typeface="KoPubDotum"/>
                <a:cs typeface="KoPubDotum"/>
              </a:rPr>
              <a:t>직진·후진·좌회전·우회전</a:t>
            </a:r>
          </a:p>
        </p:txBody>
      </p:sp>
      <p:sp>
        <p:nvSpPr>
          <p:cNvPr id="2" name="24">
            <a:extLst xmlns:a="http://schemas.openxmlformats.org/drawingml/2006/main">
              <a:ext uri="{FF2B5EF4-FFF2-40B4-BE49-F238E27FC236}">
                <a16:creationId xmlns:a16="http://schemas.microsoft.com/office/drawing/2014/main" id="{4262833A-F186-4FA4-832A-50B58FFAB8BC}"/>
              </a:ext>
            </a:extLst>
          </p:cNvPr>
          <p:cNvSpPr>
            <a:spLocks xmlns:a="http://schemas.openxmlformats.org/drawingml/2006/main" noGrp="1"/>
          </p:cNvSpPr>
          <p:nvPr/>
        </p:nvSpPr>
        <p:spPr>
          <a:xfrm xmlns:a="http://schemas.openxmlformats.org/drawingml/2006/main">
            <a:off x="5107782" y="7064375"/>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50" b="0">
                <a:solidFill>
                  <a:srgbClr val="5A554E"/>
                </a:solidFill>
                <a:latin typeface="KoPubDotum"/>
                <a:ea typeface="KoPubDotum"/>
                <a:cs typeface="KoPubDotum"/>
              </a:defRPr>
            </a:defPPr>
          </a:lstStyle>
          <a:p xmlns:a="http://schemas.openxmlformats.org/drawingml/2006/main">
            <a:pPr algn="ctr">
              <a:lnSpc>
                <a:spcPct val="116000"/>
              </a:lnSpc>
              <a:buNone/>
              <a:defRPr sz="1050" b="0">
                <a:solidFill>
                  <a:srgbClr val="5A554E"/>
                </a:solidFill>
                <a:latin typeface="KoPubDotum"/>
                <a:ea typeface="KoPubDotum"/>
                <a:cs typeface="KoPubDotum"/>
              </a:defRPr>
            </a:pPr>
            <a:r>
              <a:rPr sz="1050" b="0">
                <a:solidFill>
                  <a:srgbClr val="5A554E"/>
                </a:solidFill>
                <a:latin typeface="KoPubDotum"/>
                <a:ea typeface="KoPubDotum"/>
                <a:cs typeface="KoPubDotum"/>
              </a:rPr>
              <a:t>24</a:t>
            </a:r>
          </a:p>
        </p:txBody>
      </p:sp>
      <p:graphicFrame>
        <p:nvGraphicFramePr>
          <p:cNvPr id="3" name="">
            <a:extLst xmlns:a="http://schemas.openxmlformats.org/drawingml/2006/main">
              <a:ext uri="{FF2B5EF4-FFF2-40B4-BE49-F238E27FC236}">
                <a16:creationId xmlns:a16="http://schemas.microsoft.com/office/drawing/2014/main" id="{0CCE387B-636D-4E0C-9A1D-917952B77878}"/>
              </a:ext>
            </a:extLst>
          </p:cNvPr>
          <p:cNvGraphicFramePr/>
          <p:nvPr/>
        </p:nvGraphicFramePr>
        <p:xfrm>
          <a:off xmlns:a="http://schemas.openxmlformats.org/drawingml/2006/main" x="476250" y="1981200"/>
          <a:ext xmlns:a="http://schemas.openxmlformats.org/drawingml/2006/main" cx="9739313" cy="3886200"/>
        </p:xfrm>
        <a:graphic xmlns:a="http://schemas.openxmlformats.org/drawingml/2006/main">
          <a:graphicData uri="http://schemas.openxmlformats.org/drawingml/2006/table">
            <a:tbl>
              <a:tblPr/>
              <a:tblGrid>
                <a:gridCol w="1947863"/>
                <a:gridCol w="3895725"/>
                <a:gridCol w="3895725"/>
              </a:tblGrid>
              <a:tr h="457200">
                <a:tc>
                  <a:txBody>
                    <a:bodyPr lIns="133350" tIns="114300" rIns="114300" bIns="76200">
                      <a:noAutofit/>
                    </a:bodyPr>
                    <a:lstStyle/>
                    <a:p>
                      <a:r>
                        <a:rPr sz="1725" b="1">
                          <a:solidFill>
                            <a:srgbClr val="FFFFFF"/>
                          </a:solidFill>
                          <a:latin typeface="KoPubDotum"/>
                          <a:ea typeface="KoPubDotum"/>
                          <a:cs typeface="KoPubDotum"/>
                        </a:rPr>
                        <a:t>동작</a:t>
                      </a:r>
                    </a:p>
                  </a:txBody>
                  <a:tcPr marL="91440" marR="91440" marT="45720" marB="45720" anchor="ctr">
                    <a:solidFill>
                      <a:srgbClr val="F7972B"/>
                    </a:solidFill>
                  </a:tcPr>
                </a:tc>
                <a:tc>
                  <a:txBody>
                    <a:bodyPr lIns="133350" tIns="114300" rIns="114300" bIns="76200">
                      <a:noAutofit/>
                    </a:bodyPr>
                    <a:lstStyle/>
                    <a:p>
                      <a:r>
                        <a:rPr sz="1725" b="1">
                          <a:solidFill>
                            <a:srgbClr val="FFFFFF"/>
                          </a:solidFill>
                          <a:latin typeface="KoPubDotum"/>
                          <a:ea typeface="KoPubDotum"/>
                          <a:cs typeface="KoPubDotum"/>
                        </a:rPr>
                        <a:t>변경 방법</a:t>
                      </a:r>
                    </a:p>
                  </a:txBody>
                  <a:tcPr marL="91440" marR="91440" marT="45720" marB="45720" anchor="ctr">
                    <a:solidFill>
                      <a:srgbClr val="F7972B"/>
                    </a:solidFill>
                  </a:tcPr>
                </a:tc>
                <a:tc>
                  <a:txBody>
                    <a:bodyPr lIns="133350" tIns="114300" rIns="114300" bIns="76200">
                      <a:noAutofit/>
                    </a:bodyPr>
                    <a:lstStyle/>
                    <a:p>
                      <a:r>
                        <a:rPr sz="1725" b="1">
                          <a:solidFill>
                            <a:srgbClr val="FFFFFF"/>
                          </a:solidFill>
                          <a:latin typeface="KoPubDotum"/>
                          <a:ea typeface="KoPubDotum"/>
                          <a:cs typeface="KoPubDotum"/>
                        </a:rPr>
                        <a:t>관찰</a:t>
                      </a:r>
                    </a:p>
                  </a:txBody>
                  <a:tcPr marL="91440" marR="91440" marT="45720" marB="45720" anchor="ctr">
                    <a:solidFill>
                      <a:srgbClr val="F7972B"/>
                    </a:solidFill>
                  </a:tcPr>
                </a:tc>
              </a:tr>
              <a:tr h="685800">
                <a:tc>
                  <a:txBody>
                    <a:bodyPr lIns="133350" tIns="114300" rIns="114300" bIns="76200">
                      <a:noAutofit/>
                    </a:bodyPr>
                    <a:lstStyle/>
                    <a:p>
                      <a:r>
                        <a:rPr sz="1725" b="0">
                          <a:solidFill>
                            <a:srgbClr val="292929"/>
                          </a:solidFill>
                          <a:latin typeface="KoPubDotum"/>
                          <a:ea typeface="KoPubDotum"/>
                          <a:cs typeface="KoPubDotum"/>
                        </a:rPr>
                        <a:t>직진</a:t>
                      </a:r>
                    </a:p>
                  </a:txBody>
                  <a:tcPr marL="91440" marR="91440" marT="45720" marB="45720" anchor="ctr">
                    <a:solidFill>
                      <a:srgbClr val="FFF5E9"/>
                    </a:solidFill>
                  </a:tcPr>
                </a:tc>
                <a:tc>
                  <a:txBody>
                    <a:bodyPr lIns="133350" tIns="114300" rIns="114300" bIns="76200">
                      <a:noAutofit/>
                    </a:bodyPr>
                    <a:lstStyle/>
                    <a:p>
                      <a:r>
                        <a:rPr sz="1725" b="0">
                          <a:solidFill>
                            <a:srgbClr val="292929"/>
                          </a:solidFill>
                          <a:latin typeface="KoPubDotum"/>
                          <a:ea typeface="KoPubDotum"/>
                          <a:cs typeface="KoPubDotum"/>
                        </a:rPr>
                        <a:t>앞으로, 낮은 속도, 1초</a:t>
                      </a:r>
                    </a:p>
                  </a:txBody>
                  <a:tcPr marL="91440" marR="91440" marT="45720" marB="45720" anchor="ctr">
                    <a:solidFill>
                      <a:srgbClr val="FFFFFF"/>
                    </a:solidFill>
                  </a:tcPr>
                </a:tc>
                <a:tc>
                  <a:txBody>
                    <a:bodyPr lIns="133350" tIns="114300" rIns="114300" bIns="76200">
                      <a:noAutofit/>
                    </a:bodyPr>
                    <a:lstStyle/>
                    <a:p>
                      <a:r>
                        <a:rPr sz="1725" b="0">
                          <a:solidFill>
                            <a:srgbClr val="292929"/>
                          </a:solidFill>
                          <a:latin typeface="KoPubDotum"/>
                          <a:ea typeface="KoPubDotum"/>
                          <a:cs typeface="KoPubDotum"/>
                        </a:rPr>
                        <a:t>좌우 바퀴가 같은 진행 방향인가?</a:t>
                      </a:r>
                    </a:p>
                  </a:txBody>
                  <a:tcPr marL="91440" marR="91440" marT="45720" marB="45720" anchor="ctr">
                    <a:solidFill>
                      <a:srgbClr val="FFFFFF"/>
                    </a:solidFill>
                  </a:tcPr>
                </a:tc>
              </a:tr>
              <a:tr h="685800">
                <a:tc>
                  <a:txBody>
                    <a:bodyPr lIns="133350" tIns="114300" rIns="114300" bIns="76200">
                      <a:noAutofit/>
                    </a:bodyPr>
                    <a:lstStyle/>
                    <a:p>
                      <a:r>
                        <a:rPr sz="1725" b="0">
                          <a:solidFill>
                            <a:srgbClr val="292929"/>
                          </a:solidFill>
                          <a:latin typeface="KoPubDotum"/>
                          <a:ea typeface="KoPubDotum"/>
                          <a:cs typeface="KoPubDotum"/>
                        </a:rPr>
                        <a:t>후진</a:t>
                      </a:r>
                    </a:p>
                  </a:txBody>
                  <a:tcPr marL="91440" marR="91440" marT="45720" marB="45720" anchor="ctr">
                    <a:solidFill>
                      <a:srgbClr val="FFF5E9"/>
                    </a:solidFill>
                  </a:tcPr>
                </a:tc>
                <a:tc>
                  <a:txBody>
                    <a:bodyPr lIns="133350" tIns="114300" rIns="114300" bIns="76200">
                      <a:noAutofit/>
                    </a:bodyPr>
                    <a:lstStyle/>
                    <a:p>
                      <a:r>
                        <a:rPr sz="1725" b="0">
                          <a:solidFill>
                            <a:srgbClr val="292929"/>
                          </a:solidFill>
                          <a:latin typeface="KoPubDotum"/>
                          <a:ea typeface="KoPubDotum"/>
                          <a:cs typeface="KoPubDotum"/>
                        </a:rPr>
                        <a:t>뒤로, 낮은 속도, 1초</a:t>
                      </a:r>
                    </a:p>
                  </a:txBody>
                  <a:tcPr marL="91440" marR="91440" marT="45720" marB="45720" anchor="ctr">
                    <a:solidFill>
                      <a:srgbClr val="FFFFFF"/>
                    </a:solidFill>
                  </a:tcPr>
                </a:tc>
                <a:tc>
                  <a:txBody>
                    <a:bodyPr lIns="133350" tIns="114300" rIns="114300" bIns="76200">
                      <a:noAutofit/>
                    </a:bodyPr>
                    <a:lstStyle/>
                    <a:p>
                      <a:r>
                        <a:rPr sz="1725" b="0">
                          <a:solidFill>
                            <a:srgbClr val="292929"/>
                          </a:solidFill>
                          <a:latin typeface="KoPubDotum"/>
                          <a:ea typeface="KoPubDotum"/>
                          <a:cs typeface="KoPubDotum"/>
                        </a:rPr>
                        <a:t>정면 센서는 뒤 장애물을 보지 못합니다.</a:t>
                      </a:r>
                    </a:p>
                  </a:txBody>
                  <a:tcPr marL="91440" marR="91440" marT="45720" marB="45720" anchor="ctr">
                    <a:solidFill>
                      <a:srgbClr val="FFFFFF"/>
                    </a:solidFill>
                  </a:tcPr>
                </a:tc>
              </a:tr>
              <a:tr h="685800">
                <a:tc>
                  <a:txBody>
                    <a:bodyPr lIns="133350" tIns="114300" rIns="114300" bIns="76200">
                      <a:noAutofit/>
                    </a:bodyPr>
                    <a:lstStyle/>
                    <a:p>
                      <a:r>
                        <a:rPr sz="1725" b="0">
                          <a:solidFill>
                            <a:srgbClr val="292929"/>
                          </a:solidFill>
                          <a:latin typeface="KoPubDotum"/>
                          <a:ea typeface="KoPubDotum"/>
                          <a:cs typeface="KoPubDotum"/>
                        </a:rPr>
                        <a:t>좌회전</a:t>
                      </a:r>
                    </a:p>
                  </a:txBody>
                  <a:tcPr marL="91440" marR="91440" marT="45720" marB="45720" anchor="ctr">
                    <a:solidFill>
                      <a:srgbClr val="FFF5E9"/>
                    </a:solidFill>
                  </a:tcPr>
                </a:tc>
                <a:tc>
                  <a:txBody>
                    <a:bodyPr lIns="133350" tIns="114300" rIns="114300" bIns="76200">
                      <a:noAutofit/>
                    </a:bodyPr>
                    <a:lstStyle/>
                    <a:p>
                      <a:r>
                        <a:rPr sz="1725" b="0">
                          <a:solidFill>
                            <a:srgbClr val="292929"/>
                          </a:solidFill>
                          <a:latin typeface="KoPubDotum"/>
                          <a:ea typeface="KoPubDotum"/>
                          <a:cs typeface="KoPubDotum"/>
                        </a:rPr>
                        <a:t>조향을 왼쪽으로, 짧은 시간</a:t>
                      </a:r>
                    </a:p>
                  </a:txBody>
                  <a:tcPr marL="91440" marR="91440" marT="45720" marB="45720" anchor="ctr">
                    <a:solidFill>
                      <a:srgbClr val="FFFFFF"/>
                    </a:solidFill>
                  </a:tcPr>
                </a:tc>
                <a:tc>
                  <a:txBody>
                    <a:bodyPr lIns="133350" tIns="114300" rIns="114300" bIns="76200">
                      <a:noAutofit/>
                    </a:bodyPr>
                    <a:lstStyle/>
                    <a:p>
                      <a:r>
                        <a:rPr sz="1725" b="0">
                          <a:solidFill>
                            <a:srgbClr val="292929"/>
                          </a:solidFill>
                          <a:latin typeface="KoPubDotum"/>
                          <a:ea typeface="KoPubDotum"/>
                          <a:cs typeface="KoPubDotum"/>
                        </a:rPr>
                        <a:t>회전 반경과 바퀴 회전을 관찰합니다.</a:t>
                      </a:r>
                    </a:p>
                  </a:txBody>
                  <a:tcPr marL="91440" marR="91440" marT="45720" marB="45720" anchor="ctr">
                    <a:solidFill>
                      <a:srgbClr val="FFFFFF"/>
                    </a:solidFill>
                  </a:tcPr>
                </a:tc>
              </a:tr>
              <a:tr h="685800">
                <a:tc>
                  <a:txBody>
                    <a:bodyPr lIns="133350" tIns="114300" rIns="114300" bIns="76200">
                      <a:noAutofit/>
                    </a:bodyPr>
                    <a:lstStyle/>
                    <a:p>
                      <a:r>
                        <a:rPr sz="1725" b="0">
                          <a:solidFill>
                            <a:srgbClr val="292929"/>
                          </a:solidFill>
                          <a:latin typeface="KoPubDotum"/>
                          <a:ea typeface="KoPubDotum"/>
                          <a:cs typeface="KoPubDotum"/>
                        </a:rPr>
                        <a:t>우회전</a:t>
                      </a:r>
                    </a:p>
                  </a:txBody>
                  <a:tcPr marL="91440" marR="91440" marT="45720" marB="45720" anchor="ctr">
                    <a:solidFill>
                      <a:srgbClr val="FFF5E9"/>
                    </a:solidFill>
                  </a:tcPr>
                </a:tc>
                <a:tc>
                  <a:txBody>
                    <a:bodyPr lIns="133350" tIns="114300" rIns="114300" bIns="76200">
                      <a:noAutofit/>
                    </a:bodyPr>
                    <a:lstStyle/>
                    <a:p>
                      <a:r>
                        <a:rPr sz="1725" b="0">
                          <a:solidFill>
                            <a:srgbClr val="292929"/>
                          </a:solidFill>
                          <a:latin typeface="KoPubDotum"/>
                          <a:ea typeface="KoPubDotum"/>
                          <a:cs typeface="KoPubDotum"/>
                        </a:rPr>
                        <a:t>조향을 오른쪽으로, 짧은 시간</a:t>
                      </a:r>
                    </a:p>
                  </a:txBody>
                  <a:tcPr marL="91440" marR="91440" marT="45720" marB="45720" anchor="ctr">
                    <a:solidFill>
                      <a:srgbClr val="FFFFFF"/>
                    </a:solidFill>
                  </a:tcPr>
                </a:tc>
                <a:tc>
                  <a:txBody>
                    <a:bodyPr lIns="133350" tIns="114300" rIns="114300" bIns="76200">
                      <a:noAutofit/>
                    </a:bodyPr>
                    <a:lstStyle/>
                    <a:p>
                      <a:r>
                        <a:rPr sz="1725" b="0">
                          <a:solidFill>
                            <a:srgbClr val="292929"/>
                          </a:solidFill>
                          <a:latin typeface="KoPubDotum"/>
                          <a:ea typeface="KoPubDotum"/>
                          <a:cs typeface="KoPubDotum"/>
                        </a:rPr>
                        <a:t>좌우 설정을 바꾸어 결과를 비교합니다.</a:t>
                      </a:r>
                    </a:p>
                  </a:txBody>
                  <a:tcPr marL="91440" marR="91440" marT="45720" marB="45720" anchor="ctr">
                    <a:solidFill>
                      <a:srgbClr val="FFFFFF"/>
                    </a:solidFill>
                  </a:tcPr>
                </a:tc>
              </a:tr>
              <a:tr h="685800">
                <a:tc>
                  <a:txBody>
                    <a:bodyPr lIns="133350" tIns="114300" rIns="114300" bIns="76200">
                      <a:noAutofit/>
                    </a:bodyPr>
                    <a:lstStyle/>
                    <a:p>
                      <a:r>
                        <a:rPr sz="1725" b="0">
                          <a:solidFill>
                            <a:srgbClr val="292929"/>
                          </a:solidFill>
                          <a:latin typeface="KoPubDotum"/>
                          <a:ea typeface="KoPubDotum"/>
                          <a:cs typeface="KoPubDotum"/>
                        </a:rPr>
                        <a:t>정지</a:t>
                      </a:r>
                    </a:p>
                  </a:txBody>
                  <a:tcPr marL="91440" marR="91440" marT="45720" marB="45720" anchor="ctr">
                    <a:solidFill>
                      <a:srgbClr val="FFF5E9"/>
                    </a:solidFill>
                  </a:tcPr>
                </a:tc>
                <a:tc>
                  <a:txBody>
                    <a:bodyPr lIns="133350" tIns="114300" rIns="114300" bIns="76200">
                      <a:noAutofit/>
                    </a:bodyPr>
                    <a:lstStyle/>
                    <a:p>
                      <a:r>
                        <a:rPr sz="1725" b="0">
                          <a:solidFill>
                            <a:srgbClr val="292929"/>
                          </a:solidFill>
                          <a:latin typeface="KoPubDotum"/>
                          <a:ea typeface="KoPubDotum"/>
                          <a:cs typeface="KoPubDotum"/>
                        </a:rPr>
                        <a:t>이동 멈추기 블록 / 화면 정지</a:t>
                      </a:r>
                    </a:p>
                  </a:txBody>
                  <a:tcPr marL="91440" marR="91440" marT="45720" marB="45720" anchor="ctr">
                    <a:solidFill>
                      <a:srgbClr val="FFFFFF"/>
                    </a:solidFill>
                  </a:tcPr>
                </a:tc>
                <a:tc>
                  <a:txBody>
                    <a:bodyPr lIns="133350" tIns="114300" rIns="114300" bIns="76200">
                      <a:noAutofit/>
                    </a:bodyPr>
                    <a:lstStyle/>
                    <a:p>
                      <a:r>
                        <a:rPr sz="1725" b="0">
                          <a:solidFill>
                            <a:srgbClr val="292929"/>
                          </a:solidFill>
                          <a:latin typeface="KoPubDotum"/>
                          <a:ea typeface="KoPubDotum"/>
                          <a:cs typeface="KoPubDotum"/>
                        </a:rPr>
                        <a:t>다른 코드 묶음이 다시 출발시키는가?</a:t>
                      </a:r>
                    </a:p>
                  </a:txBody>
                  <a:tcPr marL="91440" marR="91440" marT="45720" marB="45720" anchor="ctr">
                    <a:solidFill>
                      <a:srgbClr val="FFFFFF"/>
                    </a:solidFill>
                  </a:tcPr>
                </a:tc>
              </a:tr>
            </a:tbl>
          </a:graphicData>
        </a:graphic>
      </p:graphicFrame>
    </p:spTree>
    <p:extLst>
      <p:ext uri="{BB962C8B-B14F-4D97-AF65-F5344CB8AC3E}">
        <p14:creationId xmlns:p14="http://schemas.microsoft.com/office/powerpoint/2010/main" val="970232568"/>
      </p:ext>
    </p:extLst>
  </p:cSld>
</p:sld>
</file>

<file path=ppt/slides/slide25.xml><?xml version="1.0" encoding="utf-8"?>
<p:sld xmlns:p="http://schemas.openxmlformats.org/presentationml/2006/main">
  <p:cSld>
    <p:spTree>
      <p:nvGrpSpPr>
        <p:cNvPr id="1" name=""/>
        <p:cNvGrpSpPr/>
        <p:nvPr/>
      </p:nvGrpSpPr>
      <p:grpSpPr>
        <a:xfrm xmlns:a="http://schemas.openxmlformats.org/drawingml/2006/main"/>
      </p:grpSpPr>
      <p:sp>
        <p:nvSpPr>
          <p:cNvPr id="12" name="후진과 좌우 회전">
            <a:extLst xmlns:a="http://schemas.openxmlformats.org/drawingml/2006/main">
              <a:ext uri="{FF2B5EF4-FFF2-40B4-BE49-F238E27FC236}">
                <a16:creationId xmlns:a16="http://schemas.microsoft.com/office/drawing/2014/main" id="{14BFDC66-EB06-42D2-97B6-C969D6D5606A}"/>
              </a:ext>
            </a:extLst>
          </p:cNvPr>
          <p:cNvSpPr>
            <a:spLocks xmlns:a="http://schemas.openxmlformats.org/drawingml/2006/main" noGrp="1"/>
          </p:cNvSpPr>
          <p:nvPr/>
        </p:nvSpPr>
        <p:spPr>
          <a:xfrm xmlns:a="http://schemas.openxmlformats.org/drawingml/2006/main">
            <a:off x="476250" y="1428750"/>
            <a:ext cx="9739313"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292929"/>
                </a:solidFill>
                <a:latin typeface="KoPubDotum"/>
                <a:ea typeface="KoPubDotum"/>
                <a:cs typeface="KoPubDotum"/>
              </a:defRPr>
            </a:defPPr>
          </a:lstStyle>
          <a:p xmlns:a="http://schemas.openxmlformats.org/drawingml/2006/main">
            <a:pPr algn="l">
              <a:lnSpc>
                <a:spcPct val="116000"/>
              </a:lnSpc>
              <a:buNone/>
              <a:defRPr sz="1950" b="0">
                <a:solidFill>
                  <a:srgbClr val="292929"/>
                </a:solidFill>
                <a:latin typeface="KoPubDotum"/>
                <a:ea typeface="KoPubDotum"/>
                <a:cs typeface="KoPubDotum"/>
              </a:defRPr>
            </a:pPr>
            <a:r>
              <a:rPr sz="1950" b="0">
                <a:solidFill>
                  <a:srgbClr val="292929"/>
                </a:solidFill>
                <a:latin typeface="KoPubDotum"/>
                <a:ea typeface="KoPubDotum"/>
                <a:cs typeface="KoPubDotum"/>
              </a:rPr>
              <a:t>후진과 좌우 회전</a:t>
            </a:r>
          </a:p>
        </p:txBody>
      </p:sp>
      <p:sp>
        <p:nvSpPr>
          <p:cNvPr id="2" name="25">
            <a:extLst xmlns:a="http://schemas.openxmlformats.org/drawingml/2006/main">
              <a:ext uri="{FF2B5EF4-FFF2-40B4-BE49-F238E27FC236}">
                <a16:creationId xmlns:a16="http://schemas.microsoft.com/office/drawing/2014/main" id="{8FF99F28-3177-4A88-8FDA-4ED87E71837A}"/>
              </a:ext>
            </a:extLst>
          </p:cNvPr>
          <p:cNvSpPr>
            <a:spLocks xmlns:a="http://schemas.openxmlformats.org/drawingml/2006/main" noGrp="1"/>
          </p:cNvSpPr>
          <p:nvPr/>
        </p:nvSpPr>
        <p:spPr>
          <a:xfrm xmlns:a="http://schemas.openxmlformats.org/drawingml/2006/main">
            <a:off x="5107782" y="7064375"/>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50" b="0">
                <a:solidFill>
                  <a:srgbClr val="5A554E"/>
                </a:solidFill>
                <a:latin typeface="KoPubDotum"/>
                <a:ea typeface="KoPubDotum"/>
                <a:cs typeface="KoPubDotum"/>
              </a:defRPr>
            </a:defPPr>
          </a:lstStyle>
          <a:p xmlns:a="http://schemas.openxmlformats.org/drawingml/2006/main">
            <a:pPr algn="ctr">
              <a:lnSpc>
                <a:spcPct val="116000"/>
              </a:lnSpc>
              <a:buNone/>
              <a:defRPr sz="1050" b="0">
                <a:solidFill>
                  <a:srgbClr val="5A554E"/>
                </a:solidFill>
                <a:latin typeface="KoPubDotum"/>
                <a:ea typeface="KoPubDotum"/>
                <a:cs typeface="KoPubDotum"/>
              </a:defRPr>
            </a:pPr>
            <a:r>
              <a:rPr sz="1050" b="0">
                <a:solidFill>
                  <a:srgbClr val="5A554E"/>
                </a:solidFill>
                <a:latin typeface="KoPubDotum"/>
                <a:ea typeface="KoPubDotum"/>
                <a:cs typeface="KoPubDotum"/>
              </a:rPr>
              <a:t>25</a:t>
            </a:r>
          </a:p>
        </p:txBody>
      </p:sp>
      <p:pic>
        <p:nvPicPr>
          <p:cNvPr id="3" name="">
            <a:extLst xmlns:a="http://schemas.openxmlformats.org/drawingml/2006/main">
              <a:ext uri="{FF2B5EF4-FFF2-40B4-BE49-F238E27FC236}">
                <a16:creationId xmlns:a16="http://schemas.microsoft.com/office/drawing/2014/main" id="{79E0B9A9-DE0C-436E-B517-D347FF345A0E}"/>
              </a:ext>
            </a:extLst>
          </p:cNvPr>
          <p:cNvPicPr>
            <a:picLocks xmlns:a="http://schemas.openxmlformats.org/drawingml/2006/main" noChangeAspect="1"/>
          </p:cNvPicPr>
          <p:nvPr/>
        </p:nvPicPr>
        <p:blipFill>
          <a:blip xmlns:r="http://schemas.openxmlformats.org/officeDocument/2006/relationships" xmlns:a="http://schemas.openxmlformats.org/drawingml/2006/main" r:embed="R609e083327e44d6c"/>
          <a:stretch xmlns:a="http://schemas.openxmlformats.org/drawingml/2006/main"/>
        </p:blipFill>
        <p:spPr>
          <a:xfrm xmlns:a="http://schemas.openxmlformats.org/drawingml/2006/main">
            <a:off x="476250" y="2095500"/>
            <a:ext cx="3095625" cy="2301875"/>
          </a:xfrm>
          <a:prstGeom xmlns:a="http://schemas.openxmlformats.org/drawingml/2006/main" prst="rect">
            <a:avLst/>
          </a:prstGeom>
        </p:spPr>
      </p:pic>
      <p:pic>
        <p:nvPicPr>
          <p:cNvPr id="4" name="">
            <a:extLst xmlns:a="http://schemas.openxmlformats.org/drawingml/2006/main">
              <a:ext uri="{FF2B5EF4-FFF2-40B4-BE49-F238E27FC236}">
                <a16:creationId xmlns:a16="http://schemas.microsoft.com/office/drawing/2014/main" id="{0D4FCD40-DCFB-4795-90BE-2CF48A3F4354}"/>
              </a:ext>
            </a:extLst>
          </p:cNvPr>
          <p:cNvPicPr>
            <a:picLocks xmlns:a="http://schemas.openxmlformats.org/drawingml/2006/main" noChangeAspect="1"/>
          </p:cNvPicPr>
          <p:nvPr/>
        </p:nvPicPr>
        <p:blipFill>
          <a:blip xmlns:r="http://schemas.openxmlformats.org/officeDocument/2006/relationships" xmlns:a="http://schemas.openxmlformats.org/drawingml/2006/main" r:embed="Rd0b5d085d39745b5"/>
          <a:stretch xmlns:a="http://schemas.openxmlformats.org/drawingml/2006/main"/>
        </p:blipFill>
        <p:spPr>
          <a:xfrm xmlns:a="http://schemas.openxmlformats.org/drawingml/2006/main">
            <a:off x="3810000" y="2095500"/>
            <a:ext cx="3095625" cy="2098203"/>
          </a:xfrm>
          <a:prstGeom xmlns:a="http://schemas.openxmlformats.org/drawingml/2006/main" prst="rect">
            <a:avLst/>
          </a:prstGeom>
        </p:spPr>
      </p:pic>
      <p:pic>
        <p:nvPicPr>
          <p:cNvPr id="5" name="">
            <a:extLst xmlns:a="http://schemas.openxmlformats.org/drawingml/2006/main">
              <a:ext uri="{FF2B5EF4-FFF2-40B4-BE49-F238E27FC236}">
                <a16:creationId xmlns:a16="http://schemas.microsoft.com/office/drawing/2014/main" id="{31F76CCE-B209-470F-9337-2717E013411C}"/>
              </a:ext>
            </a:extLst>
          </p:cNvPr>
          <p:cNvPicPr>
            <a:picLocks xmlns:a="http://schemas.openxmlformats.org/drawingml/2006/main" noChangeAspect="1"/>
          </p:cNvPicPr>
          <p:nvPr/>
        </p:nvPicPr>
        <p:blipFill>
          <a:blip xmlns:r="http://schemas.openxmlformats.org/officeDocument/2006/relationships" xmlns:a="http://schemas.openxmlformats.org/drawingml/2006/main" r:embed="R8c87edd3ee6145b5"/>
          <a:stretch xmlns:a="http://schemas.openxmlformats.org/drawingml/2006/main"/>
        </p:blipFill>
        <p:spPr>
          <a:xfrm xmlns:a="http://schemas.openxmlformats.org/drawingml/2006/main">
            <a:off x="7143750" y="2095500"/>
            <a:ext cx="3095625" cy="2060367"/>
          </a:xfrm>
          <a:prstGeom xmlns:a="http://schemas.openxmlformats.org/drawingml/2006/main" prst="rect">
            <a:avLst/>
          </a:prstGeom>
        </p:spPr>
      </p:pic>
      <p:sp>
        <p:nvSpPr>
          <p:cNvPr id="6" name="후진">
            <a:extLst xmlns:a="http://schemas.openxmlformats.org/drawingml/2006/main">
              <a:ext uri="{FF2B5EF4-FFF2-40B4-BE49-F238E27FC236}">
                <a16:creationId xmlns:a16="http://schemas.microsoft.com/office/drawing/2014/main" id="{6C3607D7-C75C-460D-9848-7282B508D54F}"/>
              </a:ext>
            </a:extLst>
          </p:cNvPr>
          <p:cNvSpPr>
            <a:spLocks xmlns:a="http://schemas.openxmlformats.org/drawingml/2006/main" noGrp="1"/>
          </p:cNvSpPr>
          <p:nvPr/>
        </p:nvSpPr>
        <p:spPr>
          <a:xfrm xmlns:a="http://schemas.openxmlformats.org/drawingml/2006/main">
            <a:off x="476250" y="4953000"/>
            <a:ext cx="3095625" cy="3295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292929"/>
                </a:solidFill>
                <a:latin typeface="KoPubDotum"/>
                <a:ea typeface="KoPubDotum"/>
                <a:cs typeface="KoPubDotum"/>
              </a:defRPr>
            </a:defPPr>
          </a:lstStyle>
          <a:p xmlns:a="http://schemas.openxmlformats.org/drawingml/2006/main">
            <a:pPr algn="l">
              <a:lnSpc>
                <a:spcPct val="116000"/>
              </a:lnSpc>
              <a:buNone/>
              <a:defRPr sz="1650" b="1">
                <a:solidFill>
                  <a:srgbClr val="292929"/>
                </a:solidFill>
                <a:latin typeface="KoPubDotum"/>
                <a:ea typeface="KoPubDotum"/>
                <a:cs typeface="KoPubDotum"/>
              </a:defRPr>
            </a:pPr>
            <a:r>
              <a:rPr sz="1650" b="1">
                <a:solidFill>
                  <a:srgbClr val="292929"/>
                </a:solidFill>
                <a:latin typeface="KoPubDotum"/>
                <a:ea typeface="KoPubDotum"/>
                <a:cs typeface="KoPubDotum"/>
              </a:rPr>
              <a:t>후진</a:t>
            </a:r>
          </a:p>
        </p:txBody>
      </p:sp>
      <p:sp>
        <p:nvSpPr>
          <p:cNvPr id="7" name="속도 25%, 뒤로 1초">
            <a:extLst xmlns:a="http://schemas.openxmlformats.org/drawingml/2006/main">
              <a:ext uri="{FF2B5EF4-FFF2-40B4-BE49-F238E27FC236}">
                <a16:creationId xmlns:a16="http://schemas.microsoft.com/office/drawing/2014/main" id="{EF665338-7643-4EE4-86E6-7BBA1E3D70DD}"/>
              </a:ext>
            </a:extLst>
          </p:cNvPr>
          <p:cNvSpPr>
            <a:spLocks xmlns:a="http://schemas.openxmlformats.org/drawingml/2006/main" noGrp="1"/>
          </p:cNvSpPr>
          <p:nvPr/>
        </p:nvSpPr>
        <p:spPr>
          <a:xfrm xmlns:a="http://schemas.openxmlformats.org/drawingml/2006/main">
            <a:off x="476250" y="5339715"/>
            <a:ext cx="3095625" cy="35699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292929"/>
                </a:solidFill>
                <a:latin typeface="KoPubDotum"/>
                <a:ea typeface="KoPubDotum"/>
                <a:cs typeface="KoPubDotum"/>
              </a:defRPr>
            </a:defPPr>
          </a:lstStyle>
          <a:p xmlns:a="http://schemas.openxmlformats.org/drawingml/2006/main">
            <a:pPr algn="l">
              <a:lnSpc>
                <a:spcPct val="116000"/>
              </a:lnSpc>
              <a:buNone/>
              <a:defRPr sz="1650" b="0">
                <a:solidFill>
                  <a:srgbClr val="292929"/>
                </a:solidFill>
                <a:latin typeface="KoPubDotum"/>
                <a:ea typeface="KoPubDotum"/>
                <a:cs typeface="KoPubDotum"/>
              </a:defRPr>
            </a:pPr>
            <a:r>
              <a:rPr sz="1650" b="0">
                <a:solidFill>
                  <a:srgbClr val="292929"/>
                </a:solidFill>
                <a:latin typeface="KoPubDotum"/>
                <a:ea typeface="KoPubDotum"/>
                <a:cs typeface="KoPubDotum"/>
              </a:rPr>
              <a:t>속도 25%, 뒤로 1초</a:t>
            </a:r>
          </a:p>
        </p:txBody>
      </p:sp>
      <p:sp>
        <p:nvSpPr>
          <p:cNvPr id="8" name="좌회전">
            <a:extLst xmlns:a="http://schemas.openxmlformats.org/drawingml/2006/main">
              <a:ext uri="{FF2B5EF4-FFF2-40B4-BE49-F238E27FC236}">
                <a16:creationId xmlns:a16="http://schemas.microsoft.com/office/drawing/2014/main" id="{6269EFEB-347F-4FE5-A90F-51589E45BB13}"/>
              </a:ext>
            </a:extLst>
          </p:cNvPr>
          <p:cNvSpPr>
            <a:spLocks xmlns:a="http://schemas.openxmlformats.org/drawingml/2006/main" noGrp="1"/>
          </p:cNvSpPr>
          <p:nvPr/>
        </p:nvSpPr>
        <p:spPr>
          <a:xfrm xmlns:a="http://schemas.openxmlformats.org/drawingml/2006/main">
            <a:off x="3810000" y="4953000"/>
            <a:ext cx="3095625" cy="3295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292929"/>
                </a:solidFill>
                <a:latin typeface="KoPubDotum"/>
                <a:ea typeface="KoPubDotum"/>
                <a:cs typeface="KoPubDotum"/>
              </a:defRPr>
            </a:defPPr>
          </a:lstStyle>
          <a:p xmlns:a="http://schemas.openxmlformats.org/drawingml/2006/main">
            <a:pPr algn="l">
              <a:lnSpc>
                <a:spcPct val="116000"/>
              </a:lnSpc>
              <a:buNone/>
              <a:defRPr sz="1650" b="1">
                <a:solidFill>
                  <a:srgbClr val="292929"/>
                </a:solidFill>
                <a:latin typeface="KoPubDotum"/>
                <a:ea typeface="KoPubDotum"/>
                <a:cs typeface="KoPubDotum"/>
              </a:defRPr>
            </a:pPr>
            <a:r>
              <a:rPr sz="1650" b="1">
                <a:solidFill>
                  <a:srgbClr val="292929"/>
                </a:solidFill>
                <a:latin typeface="KoPubDotum"/>
                <a:ea typeface="KoPubDotum"/>
                <a:cs typeface="KoPubDotum"/>
              </a:rPr>
              <a:t>좌회전</a:t>
            </a:r>
          </a:p>
        </p:txBody>
      </p:sp>
      <p:sp>
        <p:nvSpPr>
          <p:cNvPr id="9" name="속도 15%&#10;왼쪽 -100 방향, 0.5초">
            <a:extLst xmlns:a="http://schemas.openxmlformats.org/drawingml/2006/main">
              <a:ext uri="{FF2B5EF4-FFF2-40B4-BE49-F238E27FC236}">
                <a16:creationId xmlns:a16="http://schemas.microsoft.com/office/drawing/2014/main" id="{9A6317FE-DAA0-4798-9331-1166D6FF37A2}"/>
              </a:ext>
            </a:extLst>
          </p:cNvPr>
          <p:cNvSpPr>
            <a:spLocks xmlns:a="http://schemas.openxmlformats.org/drawingml/2006/main" noGrp="1"/>
          </p:cNvSpPr>
          <p:nvPr/>
        </p:nvSpPr>
        <p:spPr>
          <a:xfrm xmlns:a="http://schemas.openxmlformats.org/drawingml/2006/main">
            <a:off x="3810000" y="5339715"/>
            <a:ext cx="3095625" cy="63779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292929"/>
                </a:solidFill>
                <a:latin typeface="KoPubDotum"/>
                <a:ea typeface="KoPubDotum"/>
                <a:cs typeface="KoPubDotum"/>
              </a:defRPr>
            </a:defPPr>
          </a:lstStyle>
          <a:p xmlns:a="http://schemas.openxmlformats.org/drawingml/2006/main">
            <a:pPr algn="l">
              <a:lnSpc>
                <a:spcPct val="116000"/>
              </a:lnSpc>
              <a:buNone/>
              <a:defRPr sz="1650" b="0">
                <a:solidFill>
                  <a:srgbClr val="292929"/>
                </a:solidFill>
                <a:latin typeface="KoPubDotum"/>
                <a:ea typeface="KoPubDotum"/>
                <a:cs typeface="KoPubDotum"/>
              </a:defRPr>
            </a:pPr>
            <a:r>
              <a:rPr sz="1650" b="0">
                <a:solidFill>
                  <a:srgbClr val="292929"/>
                </a:solidFill>
                <a:latin typeface="KoPubDotum"/>
                <a:ea typeface="KoPubDotum"/>
                <a:cs typeface="KoPubDotum"/>
              </a:rPr>
              <a:t>속도 15%</a:t>
            </a:r>
          </a:p>
          <a:p xmlns:a="http://schemas.openxmlformats.org/drawingml/2006/main">
            <a:pPr algn="l">
              <a:lnSpc>
                <a:spcPct val="116000"/>
              </a:lnSpc>
              <a:buNone/>
              <a:defRPr sz="1650" b="0">
                <a:solidFill>
                  <a:srgbClr val="292929"/>
                </a:solidFill>
                <a:latin typeface="KoPubDotum"/>
                <a:ea typeface="KoPubDotum"/>
                <a:cs typeface="KoPubDotum"/>
              </a:defRPr>
            </a:pPr>
            <a:r>
              <a:rPr sz="1650" b="0">
                <a:solidFill>
                  <a:srgbClr val="292929"/>
                </a:solidFill>
                <a:latin typeface="KoPubDotum"/>
                <a:ea typeface="KoPubDotum"/>
                <a:cs typeface="KoPubDotum"/>
              </a:rPr>
              <a:t>왼쪽 -100 방향, 0.5초</a:t>
            </a:r>
          </a:p>
        </p:txBody>
      </p:sp>
      <p:sp>
        <p:nvSpPr>
          <p:cNvPr id="10" name="우회전">
            <a:extLst xmlns:a="http://schemas.openxmlformats.org/drawingml/2006/main">
              <a:ext uri="{FF2B5EF4-FFF2-40B4-BE49-F238E27FC236}">
                <a16:creationId xmlns:a16="http://schemas.microsoft.com/office/drawing/2014/main" id="{2319A1C6-8BA4-4A66-9631-66DDF0BA4FC7}"/>
              </a:ext>
            </a:extLst>
          </p:cNvPr>
          <p:cNvSpPr>
            <a:spLocks xmlns:a="http://schemas.openxmlformats.org/drawingml/2006/main" noGrp="1"/>
          </p:cNvSpPr>
          <p:nvPr/>
        </p:nvSpPr>
        <p:spPr>
          <a:xfrm xmlns:a="http://schemas.openxmlformats.org/drawingml/2006/main">
            <a:off x="7143750" y="4953000"/>
            <a:ext cx="3095625" cy="3295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292929"/>
                </a:solidFill>
                <a:latin typeface="KoPubDotum"/>
                <a:ea typeface="KoPubDotum"/>
                <a:cs typeface="KoPubDotum"/>
              </a:defRPr>
            </a:defPPr>
          </a:lstStyle>
          <a:p xmlns:a="http://schemas.openxmlformats.org/drawingml/2006/main">
            <a:pPr algn="l">
              <a:lnSpc>
                <a:spcPct val="116000"/>
              </a:lnSpc>
              <a:buNone/>
              <a:defRPr sz="1650" b="1">
                <a:solidFill>
                  <a:srgbClr val="292929"/>
                </a:solidFill>
                <a:latin typeface="KoPubDotum"/>
                <a:ea typeface="KoPubDotum"/>
                <a:cs typeface="KoPubDotum"/>
              </a:defRPr>
            </a:pPr>
            <a:r>
              <a:rPr sz="1650" b="1">
                <a:solidFill>
                  <a:srgbClr val="292929"/>
                </a:solidFill>
                <a:latin typeface="KoPubDotum"/>
                <a:ea typeface="KoPubDotum"/>
                <a:cs typeface="KoPubDotum"/>
              </a:rPr>
              <a:t>우회전</a:t>
            </a:r>
          </a:p>
        </p:txBody>
      </p:sp>
      <p:sp>
        <p:nvSpPr>
          <p:cNvPr id="11" name="속도 15%&#10;오른쪽 100 방향, 0.5초">
            <a:extLst xmlns:a="http://schemas.openxmlformats.org/drawingml/2006/main">
              <a:ext uri="{FF2B5EF4-FFF2-40B4-BE49-F238E27FC236}">
                <a16:creationId xmlns:a16="http://schemas.microsoft.com/office/drawing/2014/main" id="{91184FE9-4138-4D34-BC92-6FC405E83B0C}"/>
              </a:ext>
            </a:extLst>
          </p:cNvPr>
          <p:cNvSpPr>
            <a:spLocks xmlns:a="http://schemas.openxmlformats.org/drawingml/2006/main" noGrp="1"/>
          </p:cNvSpPr>
          <p:nvPr/>
        </p:nvSpPr>
        <p:spPr>
          <a:xfrm xmlns:a="http://schemas.openxmlformats.org/drawingml/2006/main">
            <a:off x="7143750" y="5339715"/>
            <a:ext cx="3095625" cy="63779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292929"/>
                </a:solidFill>
                <a:latin typeface="KoPubDotum"/>
                <a:ea typeface="KoPubDotum"/>
                <a:cs typeface="KoPubDotum"/>
              </a:defRPr>
            </a:defPPr>
          </a:lstStyle>
          <a:p xmlns:a="http://schemas.openxmlformats.org/drawingml/2006/main">
            <a:pPr algn="l">
              <a:lnSpc>
                <a:spcPct val="116000"/>
              </a:lnSpc>
              <a:buNone/>
              <a:defRPr sz="1650" b="0">
                <a:solidFill>
                  <a:srgbClr val="292929"/>
                </a:solidFill>
                <a:latin typeface="KoPubDotum"/>
                <a:ea typeface="KoPubDotum"/>
                <a:cs typeface="KoPubDotum"/>
              </a:defRPr>
            </a:pPr>
            <a:r>
              <a:rPr sz="1650" b="0">
                <a:solidFill>
                  <a:srgbClr val="292929"/>
                </a:solidFill>
                <a:latin typeface="KoPubDotum"/>
                <a:ea typeface="KoPubDotum"/>
                <a:cs typeface="KoPubDotum"/>
              </a:rPr>
              <a:t>속도 15%</a:t>
            </a:r>
          </a:p>
          <a:p xmlns:a="http://schemas.openxmlformats.org/drawingml/2006/main">
            <a:pPr algn="l">
              <a:lnSpc>
                <a:spcPct val="116000"/>
              </a:lnSpc>
              <a:buNone/>
              <a:defRPr sz="1650" b="0">
                <a:solidFill>
                  <a:srgbClr val="292929"/>
                </a:solidFill>
                <a:latin typeface="KoPubDotum"/>
                <a:ea typeface="KoPubDotum"/>
                <a:cs typeface="KoPubDotum"/>
              </a:defRPr>
            </a:pPr>
            <a:r>
              <a:rPr sz="1650" b="0">
                <a:solidFill>
                  <a:srgbClr val="292929"/>
                </a:solidFill>
                <a:latin typeface="KoPubDotum"/>
                <a:ea typeface="KoPubDotum"/>
                <a:cs typeface="KoPubDotum"/>
              </a:rPr>
              <a:t>오른쪽 100 방향, 0.5초</a:t>
            </a:r>
          </a:p>
        </p:txBody>
      </p:sp>
    </p:spTree>
    <p:extLst>
      <p:ext uri="{BB962C8B-B14F-4D97-AF65-F5344CB8AC3E}">
        <p14:creationId xmlns:p14="http://schemas.microsoft.com/office/powerpoint/2010/main" val="462516072"/>
      </p:ext>
    </p:extLst>
  </p:cSld>
</p:sld>
</file>

<file path=ppt/slides/slide26.xml><?xml version="1.0" encoding="utf-8"?>
<p:sld xmlns:p="http://schemas.openxmlformats.org/presentationml/2006/main">
  <p:cSld>
    <p:spTree>
      <p:nvGrpSpPr>
        <p:cNvPr id="1" name=""/>
        <p:cNvGrpSpPr/>
        <p:nvPr/>
      </p:nvGrpSpPr>
      <p:grpSpPr>
        <a:xfrm xmlns:a="http://schemas.openxmlformats.org/drawingml/2006/main"/>
      </p:grpSpPr>
      <p:sp>
        <p:nvSpPr>
          <p:cNvPr id="9" name="시간과 모터 회전량">
            <a:extLst xmlns:a="http://schemas.openxmlformats.org/drawingml/2006/main">
              <a:ext uri="{FF2B5EF4-FFF2-40B4-BE49-F238E27FC236}">
                <a16:creationId xmlns:a16="http://schemas.microsoft.com/office/drawing/2014/main" id="{8F3E8236-2959-4414-8E73-9B7610D6060F}"/>
              </a:ext>
            </a:extLst>
          </p:cNvPr>
          <p:cNvSpPr>
            <a:spLocks xmlns:a="http://schemas.openxmlformats.org/drawingml/2006/main" noGrp="1"/>
          </p:cNvSpPr>
          <p:nvPr/>
        </p:nvSpPr>
        <p:spPr>
          <a:xfrm xmlns:a="http://schemas.openxmlformats.org/drawingml/2006/main">
            <a:off x="476250" y="1428750"/>
            <a:ext cx="9739313"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292929"/>
                </a:solidFill>
                <a:latin typeface="KoPubDotum"/>
                <a:ea typeface="KoPubDotum"/>
                <a:cs typeface="KoPubDotum"/>
              </a:defRPr>
            </a:defPPr>
          </a:lstStyle>
          <a:p xmlns:a="http://schemas.openxmlformats.org/drawingml/2006/main">
            <a:pPr algn="l">
              <a:lnSpc>
                <a:spcPct val="116000"/>
              </a:lnSpc>
              <a:buNone/>
              <a:defRPr sz="1950" b="0">
                <a:solidFill>
                  <a:srgbClr val="292929"/>
                </a:solidFill>
                <a:latin typeface="KoPubDotum"/>
                <a:ea typeface="KoPubDotum"/>
                <a:cs typeface="KoPubDotum"/>
              </a:defRPr>
            </a:pPr>
            <a:r>
              <a:rPr sz="1950" b="0">
                <a:solidFill>
                  <a:srgbClr val="292929"/>
                </a:solidFill>
                <a:latin typeface="KoPubDotum"/>
                <a:ea typeface="KoPubDotum"/>
                <a:cs typeface="KoPubDotum"/>
              </a:rPr>
              <a:t>시간과 모터 회전량</a:t>
            </a:r>
          </a:p>
        </p:txBody>
      </p:sp>
      <p:sp>
        <p:nvSpPr>
          <p:cNvPr id="2" name="26">
            <a:extLst xmlns:a="http://schemas.openxmlformats.org/drawingml/2006/main">
              <a:ext uri="{FF2B5EF4-FFF2-40B4-BE49-F238E27FC236}">
                <a16:creationId xmlns:a16="http://schemas.microsoft.com/office/drawing/2014/main" id="{A63F8CB7-1013-4553-BE8F-2DD514305833}"/>
              </a:ext>
            </a:extLst>
          </p:cNvPr>
          <p:cNvSpPr>
            <a:spLocks xmlns:a="http://schemas.openxmlformats.org/drawingml/2006/main" noGrp="1"/>
          </p:cNvSpPr>
          <p:nvPr/>
        </p:nvSpPr>
        <p:spPr>
          <a:xfrm xmlns:a="http://schemas.openxmlformats.org/drawingml/2006/main">
            <a:off x="5107782" y="7064375"/>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50" b="0">
                <a:solidFill>
                  <a:srgbClr val="5A554E"/>
                </a:solidFill>
                <a:latin typeface="KoPubDotum"/>
                <a:ea typeface="KoPubDotum"/>
                <a:cs typeface="KoPubDotum"/>
              </a:defRPr>
            </a:defPPr>
          </a:lstStyle>
          <a:p xmlns:a="http://schemas.openxmlformats.org/drawingml/2006/main">
            <a:pPr algn="ctr">
              <a:lnSpc>
                <a:spcPct val="116000"/>
              </a:lnSpc>
              <a:buNone/>
              <a:defRPr sz="1050" b="0">
                <a:solidFill>
                  <a:srgbClr val="5A554E"/>
                </a:solidFill>
                <a:latin typeface="KoPubDotum"/>
                <a:ea typeface="KoPubDotum"/>
                <a:cs typeface="KoPubDotum"/>
              </a:defRPr>
            </a:pPr>
            <a:r>
              <a:rPr sz="1050" b="0">
                <a:solidFill>
                  <a:srgbClr val="5A554E"/>
                </a:solidFill>
                <a:latin typeface="KoPubDotum"/>
                <a:ea typeface="KoPubDotum"/>
                <a:cs typeface="KoPubDotum"/>
              </a:rPr>
              <a:t>26</a:t>
            </a:r>
          </a:p>
        </p:txBody>
      </p:sp>
      <p:sp>
        <p:nvSpPr>
          <p:cNvPr id="3" name="시간을 정한 이동">
            <a:extLst xmlns:a="http://schemas.openxmlformats.org/drawingml/2006/main">
              <a:ext uri="{FF2B5EF4-FFF2-40B4-BE49-F238E27FC236}">
                <a16:creationId xmlns:a16="http://schemas.microsoft.com/office/drawing/2014/main" id="{B80AF0B4-5F86-459C-89DD-40D4C4B19F61}"/>
              </a:ext>
            </a:extLst>
          </p:cNvPr>
          <p:cNvSpPr>
            <a:spLocks xmlns:a="http://schemas.openxmlformats.org/drawingml/2006/main" noGrp="1"/>
          </p:cNvSpPr>
          <p:nvPr/>
        </p:nvSpPr>
        <p:spPr>
          <a:xfrm xmlns:a="http://schemas.openxmlformats.org/drawingml/2006/main">
            <a:off x="523875" y="2047875"/>
            <a:ext cx="9644063" cy="37909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292929"/>
                </a:solidFill>
                <a:latin typeface="KoPubDotum"/>
                <a:ea typeface="KoPubDotum"/>
                <a:cs typeface="KoPubDotum"/>
              </a:defRPr>
            </a:defPPr>
          </a:lstStyle>
          <a:p xmlns:a="http://schemas.openxmlformats.org/drawingml/2006/main">
            <a:pPr algn="l">
              <a:lnSpc>
                <a:spcPct val="116000"/>
              </a:lnSpc>
              <a:buNone/>
              <a:defRPr sz="1950" b="1">
                <a:solidFill>
                  <a:srgbClr val="292929"/>
                </a:solidFill>
                <a:latin typeface="KoPubDotum"/>
                <a:ea typeface="KoPubDotum"/>
                <a:cs typeface="KoPubDotum"/>
              </a:defRPr>
            </a:pPr>
            <a:r>
              <a:rPr sz="1950" b="1">
                <a:solidFill>
                  <a:srgbClr val="292929"/>
                </a:solidFill>
                <a:latin typeface="KoPubDotum"/>
                <a:ea typeface="KoPubDotum"/>
                <a:cs typeface="KoPubDotum"/>
              </a:rPr>
              <a:t>시간을 정한 이동</a:t>
            </a:r>
          </a:p>
        </p:txBody>
      </p:sp>
      <p:sp>
        <p:nvSpPr>
          <p:cNvPr id="4" name="1초 또는 2초 동안 움직이게 합니다.&#10;속도와 바닥 상태에">
            <a:extLst xmlns:a="http://schemas.openxmlformats.org/drawingml/2006/main">
              <a:ext uri="{FF2B5EF4-FFF2-40B4-BE49-F238E27FC236}">
                <a16:creationId xmlns:a16="http://schemas.microsoft.com/office/drawing/2014/main" id="{10F0A235-638E-4B42-93B6-7AE97C7AD72C}"/>
              </a:ext>
            </a:extLst>
          </p:cNvPr>
          <p:cNvSpPr>
            <a:spLocks xmlns:a="http://schemas.openxmlformats.org/drawingml/2006/main" noGrp="1"/>
          </p:cNvSpPr>
          <p:nvPr/>
        </p:nvSpPr>
        <p:spPr>
          <a:xfrm xmlns:a="http://schemas.openxmlformats.org/drawingml/2006/main">
            <a:off x="523875" y="2484120"/>
            <a:ext cx="9644063" cy="73990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292929"/>
                </a:solidFill>
                <a:latin typeface="KoPubDotum"/>
                <a:ea typeface="KoPubDotum"/>
                <a:cs typeface="KoPubDotum"/>
              </a:defRPr>
            </a:defPPr>
          </a:lstStyle>
          <a:p xmlns:a="http://schemas.openxmlformats.org/drawingml/2006/main">
            <a:pPr algn="l">
              <a:lnSpc>
                <a:spcPct val="116000"/>
              </a:lnSpc>
              <a:buNone/>
              <a:defRPr sz="1950" b="0">
                <a:solidFill>
                  <a:srgbClr val="292929"/>
                </a:solidFill>
                <a:latin typeface="KoPubDotum"/>
                <a:ea typeface="KoPubDotum"/>
                <a:cs typeface="KoPubDotum"/>
              </a:defRPr>
            </a:pPr>
            <a:r>
              <a:rPr sz="1950" b="0">
                <a:solidFill>
                  <a:srgbClr val="292929"/>
                </a:solidFill>
                <a:latin typeface="KoPubDotum"/>
                <a:ea typeface="KoPubDotum"/>
                <a:cs typeface="KoPubDotum"/>
              </a:rPr>
              <a:t>1초 또는 2초 동안 움직이게 합니다.</a:t>
            </a:r>
          </a:p>
          <a:p xmlns:a="http://schemas.openxmlformats.org/drawingml/2006/main">
            <a:pPr algn="l">
              <a:lnSpc>
                <a:spcPct val="116000"/>
              </a:lnSpc>
              <a:buNone/>
              <a:defRPr sz="1950" b="0">
                <a:solidFill>
                  <a:srgbClr val="292929"/>
                </a:solidFill>
                <a:latin typeface="KoPubDotum"/>
                <a:ea typeface="KoPubDotum"/>
                <a:cs typeface="KoPubDotum"/>
              </a:defRPr>
            </a:pPr>
            <a:r>
              <a:rPr sz="1950" b="0">
                <a:solidFill>
                  <a:srgbClr val="292929"/>
                </a:solidFill>
                <a:latin typeface="KoPubDotum"/>
                <a:ea typeface="KoPubDotum"/>
                <a:cs typeface="KoPubDotum"/>
              </a:rPr>
              <a:t>속도와 바닥 상태에 따라 이동거리가 달라집니다.</a:t>
            </a:r>
          </a:p>
        </p:txBody>
      </p:sp>
      <p:sp>
        <p:nvSpPr>
          <p:cNvPr id="5" name="회전량을 정한 이동">
            <a:extLst xmlns:a="http://schemas.openxmlformats.org/drawingml/2006/main">
              <a:ext uri="{FF2B5EF4-FFF2-40B4-BE49-F238E27FC236}">
                <a16:creationId xmlns:a16="http://schemas.microsoft.com/office/drawing/2014/main" id="{FEA5D668-8A08-4A15-BF25-110C66F93E4E}"/>
              </a:ext>
            </a:extLst>
          </p:cNvPr>
          <p:cNvSpPr>
            <a:spLocks xmlns:a="http://schemas.openxmlformats.org/drawingml/2006/main" noGrp="1"/>
          </p:cNvSpPr>
          <p:nvPr/>
        </p:nvSpPr>
        <p:spPr>
          <a:xfrm xmlns:a="http://schemas.openxmlformats.org/drawingml/2006/main">
            <a:off x="523875" y="3471672"/>
            <a:ext cx="9644063" cy="37909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292929"/>
                </a:solidFill>
                <a:latin typeface="KoPubDotum"/>
                <a:ea typeface="KoPubDotum"/>
                <a:cs typeface="KoPubDotum"/>
              </a:defRPr>
            </a:defPPr>
          </a:lstStyle>
          <a:p xmlns:a="http://schemas.openxmlformats.org/drawingml/2006/main">
            <a:pPr algn="l">
              <a:lnSpc>
                <a:spcPct val="116000"/>
              </a:lnSpc>
              <a:buNone/>
              <a:defRPr sz="1950" b="1">
                <a:solidFill>
                  <a:srgbClr val="292929"/>
                </a:solidFill>
                <a:latin typeface="KoPubDotum"/>
                <a:ea typeface="KoPubDotum"/>
                <a:cs typeface="KoPubDotum"/>
              </a:defRPr>
            </a:pPr>
            <a:r>
              <a:rPr sz="1950" b="1">
                <a:solidFill>
                  <a:srgbClr val="292929"/>
                </a:solidFill>
                <a:latin typeface="KoPubDotum"/>
                <a:ea typeface="KoPubDotum"/>
                <a:cs typeface="KoPubDotum"/>
              </a:rPr>
              <a:t>회전량을 정한 이동</a:t>
            </a:r>
          </a:p>
        </p:txBody>
      </p:sp>
      <p:sp>
        <p:nvSpPr>
          <p:cNvPr id="6" name="모터가 몇 바퀴 또는 몇 도 돌지 정합니다.&#10;모터축 360">
            <a:extLst xmlns:a="http://schemas.openxmlformats.org/drawingml/2006/main">
              <a:ext uri="{FF2B5EF4-FFF2-40B4-BE49-F238E27FC236}">
                <a16:creationId xmlns:a16="http://schemas.microsoft.com/office/drawing/2014/main" id="{70F8C3B8-B804-416C-8CE9-112BBF35B5F3}"/>
              </a:ext>
            </a:extLst>
          </p:cNvPr>
          <p:cNvSpPr>
            <a:spLocks xmlns:a="http://schemas.openxmlformats.org/drawingml/2006/main" noGrp="1"/>
          </p:cNvSpPr>
          <p:nvPr/>
        </p:nvSpPr>
        <p:spPr>
          <a:xfrm xmlns:a="http://schemas.openxmlformats.org/drawingml/2006/main">
            <a:off x="523875" y="3907917"/>
            <a:ext cx="9644063" cy="73990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292929"/>
                </a:solidFill>
                <a:latin typeface="KoPubDotum"/>
                <a:ea typeface="KoPubDotum"/>
                <a:cs typeface="KoPubDotum"/>
              </a:defRPr>
            </a:defPPr>
          </a:lstStyle>
          <a:p xmlns:a="http://schemas.openxmlformats.org/drawingml/2006/main">
            <a:pPr algn="l">
              <a:lnSpc>
                <a:spcPct val="116000"/>
              </a:lnSpc>
              <a:buNone/>
              <a:defRPr sz="1950" b="0">
                <a:solidFill>
                  <a:srgbClr val="292929"/>
                </a:solidFill>
                <a:latin typeface="KoPubDotum"/>
                <a:ea typeface="KoPubDotum"/>
                <a:cs typeface="KoPubDotum"/>
              </a:defRPr>
            </a:pPr>
            <a:r>
              <a:rPr sz="1950" b="0">
                <a:solidFill>
                  <a:srgbClr val="292929"/>
                </a:solidFill>
                <a:latin typeface="KoPubDotum"/>
                <a:ea typeface="KoPubDotum"/>
                <a:cs typeface="KoPubDotum"/>
              </a:rPr>
              <a:t>모터가 몇 바퀴 또는 몇 도 돌지 정합니다.</a:t>
            </a:r>
          </a:p>
          <a:p xmlns:a="http://schemas.openxmlformats.org/drawingml/2006/main">
            <a:pPr algn="l">
              <a:lnSpc>
                <a:spcPct val="116000"/>
              </a:lnSpc>
              <a:buNone/>
              <a:defRPr sz="1950" b="0">
                <a:solidFill>
                  <a:srgbClr val="292929"/>
                </a:solidFill>
                <a:latin typeface="KoPubDotum"/>
                <a:ea typeface="KoPubDotum"/>
                <a:cs typeface="KoPubDotum"/>
              </a:defRPr>
            </a:pPr>
            <a:r>
              <a:rPr sz="1950" b="0">
                <a:solidFill>
                  <a:srgbClr val="292929"/>
                </a:solidFill>
                <a:latin typeface="KoPubDotum"/>
                <a:ea typeface="KoPubDotum"/>
                <a:cs typeface="KoPubDotum"/>
              </a:rPr>
              <a:t>모터축 360° 회전과 로봇의 방향 360° 회전은 다릅니다.</a:t>
            </a:r>
          </a:p>
        </p:txBody>
      </p:sp>
      <p:sp>
        <p:nvSpPr>
          <p:cNvPr id="7" name="비교해 보기">
            <a:extLst xmlns:a="http://schemas.openxmlformats.org/drawingml/2006/main">
              <a:ext uri="{FF2B5EF4-FFF2-40B4-BE49-F238E27FC236}">
                <a16:creationId xmlns:a16="http://schemas.microsoft.com/office/drawing/2014/main" id="{68E2763C-69EB-45F6-BC47-BB41D67A86F9}"/>
              </a:ext>
            </a:extLst>
          </p:cNvPr>
          <p:cNvSpPr>
            <a:spLocks xmlns:a="http://schemas.openxmlformats.org/drawingml/2006/main" noGrp="1"/>
          </p:cNvSpPr>
          <p:nvPr/>
        </p:nvSpPr>
        <p:spPr>
          <a:xfrm xmlns:a="http://schemas.openxmlformats.org/drawingml/2006/main">
            <a:off x="523875" y="4895469"/>
            <a:ext cx="9644063" cy="37909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292929"/>
                </a:solidFill>
                <a:latin typeface="KoPubDotum"/>
                <a:ea typeface="KoPubDotum"/>
                <a:cs typeface="KoPubDotum"/>
              </a:defRPr>
            </a:defPPr>
          </a:lstStyle>
          <a:p xmlns:a="http://schemas.openxmlformats.org/drawingml/2006/main">
            <a:pPr algn="l">
              <a:lnSpc>
                <a:spcPct val="116000"/>
              </a:lnSpc>
              <a:buNone/>
              <a:defRPr sz="1950" b="1">
                <a:solidFill>
                  <a:srgbClr val="292929"/>
                </a:solidFill>
                <a:latin typeface="KoPubDotum"/>
                <a:ea typeface="KoPubDotum"/>
                <a:cs typeface="KoPubDotum"/>
              </a:defRPr>
            </a:pPr>
            <a:r>
              <a:rPr sz="1950" b="1">
                <a:solidFill>
                  <a:srgbClr val="292929"/>
                </a:solidFill>
                <a:latin typeface="KoPubDotum"/>
                <a:ea typeface="KoPubDotum"/>
                <a:cs typeface="KoPubDotum"/>
              </a:rPr>
              <a:t>비교해 보기</a:t>
            </a:r>
          </a:p>
        </p:txBody>
      </p:sp>
      <p:sp>
        <p:nvSpPr>
          <p:cNvPr id="8" name="직진 1초 뒤에 멈추고 후진 1초를 실행합니다.&#10;출발점과 ">
            <a:extLst xmlns:a="http://schemas.openxmlformats.org/drawingml/2006/main">
              <a:ext uri="{FF2B5EF4-FFF2-40B4-BE49-F238E27FC236}">
                <a16:creationId xmlns:a16="http://schemas.microsoft.com/office/drawing/2014/main" id="{FFAF4616-8A78-41A7-9BC7-DF2EB1F5839D}"/>
              </a:ext>
            </a:extLst>
          </p:cNvPr>
          <p:cNvSpPr>
            <a:spLocks xmlns:a="http://schemas.openxmlformats.org/drawingml/2006/main" noGrp="1"/>
          </p:cNvSpPr>
          <p:nvPr/>
        </p:nvSpPr>
        <p:spPr>
          <a:xfrm xmlns:a="http://schemas.openxmlformats.org/drawingml/2006/main">
            <a:off x="523875" y="5331714"/>
            <a:ext cx="9644063" cy="73990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292929"/>
                </a:solidFill>
                <a:latin typeface="KoPubDotum"/>
                <a:ea typeface="KoPubDotum"/>
                <a:cs typeface="KoPubDotum"/>
              </a:defRPr>
            </a:defPPr>
          </a:lstStyle>
          <a:p xmlns:a="http://schemas.openxmlformats.org/drawingml/2006/main">
            <a:pPr algn="l">
              <a:lnSpc>
                <a:spcPct val="116000"/>
              </a:lnSpc>
              <a:buNone/>
              <a:defRPr sz="1950" b="0">
                <a:solidFill>
                  <a:srgbClr val="292929"/>
                </a:solidFill>
                <a:latin typeface="KoPubDotum"/>
                <a:ea typeface="KoPubDotum"/>
                <a:cs typeface="KoPubDotum"/>
              </a:defRPr>
            </a:pPr>
            <a:r>
              <a:rPr sz="1950" b="0">
                <a:solidFill>
                  <a:srgbClr val="292929"/>
                </a:solidFill>
                <a:latin typeface="KoPubDotum"/>
                <a:ea typeface="KoPubDotum"/>
                <a:cs typeface="KoPubDotum"/>
              </a:rPr>
              <a:t>직진 1초 뒤에 멈추고 후진 1초를 실행합니다.</a:t>
            </a:r>
          </a:p>
          <a:p xmlns:a="http://schemas.openxmlformats.org/drawingml/2006/main">
            <a:pPr algn="l">
              <a:lnSpc>
                <a:spcPct val="116000"/>
              </a:lnSpc>
              <a:buNone/>
              <a:defRPr sz="1950" b="0">
                <a:solidFill>
                  <a:srgbClr val="292929"/>
                </a:solidFill>
                <a:latin typeface="KoPubDotum"/>
                <a:ea typeface="KoPubDotum"/>
                <a:cs typeface="KoPubDotum"/>
              </a:defRPr>
            </a:pPr>
            <a:r>
              <a:rPr sz="1950" b="0">
                <a:solidFill>
                  <a:srgbClr val="292929"/>
                </a:solidFill>
                <a:latin typeface="KoPubDotum"/>
                <a:ea typeface="KoPubDotum"/>
                <a:cs typeface="KoPubDotum"/>
              </a:rPr>
              <a:t>출발점과 어긋났다면 무엇이 영향을 줬을까요?</a:t>
            </a:r>
          </a:p>
        </p:txBody>
      </p:sp>
    </p:spTree>
    <p:extLst>
      <p:ext uri="{BB962C8B-B14F-4D97-AF65-F5344CB8AC3E}">
        <p14:creationId xmlns:p14="http://schemas.microsoft.com/office/powerpoint/2010/main" val="1582040823"/>
      </p:ext>
    </p:extLst>
  </p:cSld>
</p:sld>
</file>

<file path=ppt/slides/slide27.xml><?xml version="1.0" encoding="utf-8"?>
<p:sld xmlns:p="http://schemas.openxmlformats.org/presentationml/2006/main">
  <p:cSld>
    <p:spTree>
      <p:nvGrpSpPr>
        <p:cNvPr id="1" name=""/>
        <p:cNvGrpSpPr/>
        <p:nvPr/>
      </p:nvGrpSpPr>
      <p:grpSpPr>
        <a:xfrm xmlns:a="http://schemas.openxmlformats.org/drawingml/2006/main"/>
      </p:grpSpPr>
      <p:sp>
        <p:nvSpPr>
          <p:cNvPr id="7" name="1차시 실습 확인">
            <a:extLst xmlns:a="http://schemas.openxmlformats.org/drawingml/2006/main">
              <a:ext uri="{FF2B5EF4-FFF2-40B4-BE49-F238E27FC236}">
                <a16:creationId xmlns:a16="http://schemas.microsoft.com/office/drawing/2014/main" id="{E0BF95B6-BFAA-4265-A229-4B2197CC5B95}"/>
              </a:ext>
            </a:extLst>
          </p:cNvPr>
          <p:cNvSpPr>
            <a:spLocks xmlns:a="http://schemas.openxmlformats.org/drawingml/2006/main" noGrp="1"/>
          </p:cNvSpPr>
          <p:nvPr/>
        </p:nvSpPr>
        <p:spPr>
          <a:xfrm xmlns:a="http://schemas.openxmlformats.org/drawingml/2006/main">
            <a:off x="476250" y="1428750"/>
            <a:ext cx="9739313"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292929"/>
                </a:solidFill>
                <a:latin typeface="KoPubDotum"/>
                <a:ea typeface="KoPubDotum"/>
                <a:cs typeface="KoPubDotum"/>
              </a:defRPr>
            </a:defPPr>
          </a:lstStyle>
          <a:p xmlns:a="http://schemas.openxmlformats.org/drawingml/2006/main">
            <a:pPr algn="l">
              <a:lnSpc>
                <a:spcPct val="116000"/>
              </a:lnSpc>
              <a:buNone/>
              <a:defRPr sz="1950" b="0">
                <a:solidFill>
                  <a:srgbClr val="292929"/>
                </a:solidFill>
                <a:latin typeface="KoPubDotum"/>
                <a:ea typeface="KoPubDotum"/>
                <a:cs typeface="KoPubDotum"/>
              </a:defRPr>
            </a:pPr>
            <a:r>
              <a:rPr sz="1950" b="0">
                <a:solidFill>
                  <a:srgbClr val="292929"/>
                </a:solidFill>
                <a:latin typeface="KoPubDotum"/>
                <a:ea typeface="KoPubDotum"/>
                <a:cs typeface="KoPubDotum"/>
              </a:rPr>
              <a:t>1차시 실습 확인</a:t>
            </a:r>
          </a:p>
        </p:txBody>
      </p:sp>
      <p:sp>
        <p:nvSpPr>
          <p:cNvPr id="2" name="27">
            <a:extLst xmlns:a="http://schemas.openxmlformats.org/drawingml/2006/main">
              <a:ext uri="{FF2B5EF4-FFF2-40B4-BE49-F238E27FC236}">
                <a16:creationId xmlns:a16="http://schemas.microsoft.com/office/drawing/2014/main" id="{181B077A-E28D-4C4C-BC8C-9593B05A5A72}"/>
              </a:ext>
            </a:extLst>
          </p:cNvPr>
          <p:cNvSpPr>
            <a:spLocks xmlns:a="http://schemas.openxmlformats.org/drawingml/2006/main" noGrp="1"/>
          </p:cNvSpPr>
          <p:nvPr/>
        </p:nvSpPr>
        <p:spPr>
          <a:xfrm xmlns:a="http://schemas.openxmlformats.org/drawingml/2006/main">
            <a:off x="5107782" y="7064375"/>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50" b="0">
                <a:solidFill>
                  <a:srgbClr val="5A554E"/>
                </a:solidFill>
                <a:latin typeface="KoPubDotum"/>
                <a:ea typeface="KoPubDotum"/>
                <a:cs typeface="KoPubDotum"/>
              </a:defRPr>
            </a:defPPr>
          </a:lstStyle>
          <a:p xmlns:a="http://schemas.openxmlformats.org/drawingml/2006/main">
            <a:pPr algn="ctr">
              <a:lnSpc>
                <a:spcPct val="116000"/>
              </a:lnSpc>
              <a:buNone/>
              <a:defRPr sz="1050" b="0">
                <a:solidFill>
                  <a:srgbClr val="5A554E"/>
                </a:solidFill>
                <a:latin typeface="KoPubDotum"/>
                <a:ea typeface="KoPubDotum"/>
                <a:cs typeface="KoPubDotum"/>
              </a:defRPr>
            </a:pPr>
            <a:r>
              <a:rPr sz="1050" b="0">
                <a:solidFill>
                  <a:srgbClr val="5A554E"/>
                </a:solidFill>
                <a:latin typeface="KoPubDotum"/>
                <a:ea typeface="KoPubDotum"/>
                <a:cs typeface="KoPubDotum"/>
              </a:rPr>
              <a:t>27</a:t>
            </a:r>
          </a:p>
        </p:txBody>
      </p:sp>
      <p:sp>
        <p:nvSpPr>
          <p:cNvPr id="3" name="주행 확인">
            <a:extLst xmlns:a="http://schemas.openxmlformats.org/drawingml/2006/main">
              <a:ext uri="{FF2B5EF4-FFF2-40B4-BE49-F238E27FC236}">
                <a16:creationId xmlns:a16="http://schemas.microsoft.com/office/drawing/2014/main" id="{C1952BED-24D6-4B9F-92AF-AB0B7BB64392}"/>
              </a:ext>
            </a:extLst>
          </p:cNvPr>
          <p:cNvSpPr>
            <a:spLocks xmlns:a="http://schemas.openxmlformats.org/drawingml/2006/main" noGrp="1"/>
          </p:cNvSpPr>
          <p:nvPr/>
        </p:nvSpPr>
        <p:spPr>
          <a:xfrm xmlns:a="http://schemas.openxmlformats.org/drawingml/2006/main">
            <a:off x="523875" y="2047875"/>
            <a:ext cx="9644063" cy="37909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292929"/>
                </a:solidFill>
                <a:latin typeface="KoPubDotum"/>
                <a:ea typeface="KoPubDotum"/>
                <a:cs typeface="KoPubDotum"/>
              </a:defRPr>
            </a:defPPr>
          </a:lstStyle>
          <a:p xmlns:a="http://schemas.openxmlformats.org/drawingml/2006/main">
            <a:pPr algn="l">
              <a:lnSpc>
                <a:spcPct val="116000"/>
              </a:lnSpc>
              <a:buNone/>
              <a:defRPr sz="1950" b="1">
                <a:solidFill>
                  <a:srgbClr val="292929"/>
                </a:solidFill>
                <a:latin typeface="KoPubDotum"/>
                <a:ea typeface="KoPubDotum"/>
                <a:cs typeface="KoPubDotum"/>
              </a:defRPr>
            </a:pPr>
            <a:r>
              <a:rPr sz="1950" b="1">
                <a:solidFill>
                  <a:srgbClr val="292929"/>
                </a:solidFill>
                <a:latin typeface="KoPubDotum"/>
                <a:ea typeface="KoPubDotum"/>
                <a:cs typeface="KoPubDotum"/>
              </a:rPr>
              <a:t>주행 확인</a:t>
            </a:r>
          </a:p>
        </p:txBody>
      </p:sp>
      <p:sp>
        <p:nvSpPr>
          <p:cNvPr id="4" name="우리 모둠 Hub를 연결했나요?&#10;왼쪽 A, 오른쪽 E가 실">
            <a:extLst xmlns:a="http://schemas.openxmlformats.org/drawingml/2006/main">
              <a:ext uri="{FF2B5EF4-FFF2-40B4-BE49-F238E27FC236}">
                <a16:creationId xmlns:a16="http://schemas.microsoft.com/office/drawing/2014/main" id="{71EF7560-FEFB-4BD9-956F-2D3F910623E1}"/>
              </a:ext>
            </a:extLst>
          </p:cNvPr>
          <p:cNvSpPr>
            <a:spLocks xmlns:a="http://schemas.openxmlformats.org/drawingml/2006/main" noGrp="1"/>
          </p:cNvSpPr>
          <p:nvPr/>
        </p:nvSpPr>
        <p:spPr>
          <a:xfrm xmlns:a="http://schemas.openxmlformats.org/drawingml/2006/main">
            <a:off x="523875" y="2484120"/>
            <a:ext cx="9644063" cy="107175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292929"/>
                </a:solidFill>
                <a:latin typeface="KoPubDotum"/>
                <a:ea typeface="KoPubDotum"/>
                <a:cs typeface="KoPubDotum"/>
              </a:defRPr>
            </a:defPPr>
          </a:lstStyle>
          <a:p xmlns:a="http://schemas.openxmlformats.org/drawingml/2006/main">
            <a:pPr algn="l">
              <a:lnSpc>
                <a:spcPct val="116000"/>
              </a:lnSpc>
              <a:buNone/>
              <a:defRPr sz="1950" b="0">
                <a:solidFill>
                  <a:srgbClr val="292929"/>
                </a:solidFill>
                <a:latin typeface="KoPubDotum"/>
                <a:ea typeface="KoPubDotum"/>
                <a:cs typeface="KoPubDotum"/>
              </a:defRPr>
            </a:pPr>
            <a:r>
              <a:rPr sz="1950" b="0">
                <a:solidFill>
                  <a:srgbClr val="292929"/>
                </a:solidFill>
                <a:latin typeface="KoPubDotum"/>
                <a:ea typeface="KoPubDotum"/>
                <a:cs typeface="KoPubDotum"/>
              </a:rPr>
              <a:t>우리 모둠 Hub를 연결했나요?</a:t>
            </a:r>
          </a:p>
          <a:p xmlns:a="http://schemas.openxmlformats.org/drawingml/2006/main">
            <a:pPr algn="l">
              <a:lnSpc>
                <a:spcPct val="116000"/>
              </a:lnSpc>
              <a:buNone/>
              <a:defRPr sz="1950" b="0">
                <a:solidFill>
                  <a:srgbClr val="292929"/>
                </a:solidFill>
                <a:latin typeface="KoPubDotum"/>
                <a:ea typeface="KoPubDotum"/>
                <a:cs typeface="KoPubDotum"/>
              </a:defRPr>
            </a:pPr>
            <a:r>
              <a:rPr sz="1950" b="0">
                <a:solidFill>
                  <a:srgbClr val="292929"/>
                </a:solidFill>
                <a:latin typeface="KoPubDotum"/>
                <a:ea typeface="KoPubDotum"/>
                <a:cs typeface="KoPubDotum"/>
              </a:rPr>
              <a:t>왼쪽 A, 오른쪽 E가 실제 배선과 같나요?</a:t>
            </a:r>
          </a:p>
          <a:p xmlns:a="http://schemas.openxmlformats.org/drawingml/2006/main">
            <a:pPr algn="l">
              <a:lnSpc>
                <a:spcPct val="116000"/>
              </a:lnSpc>
              <a:buNone/>
              <a:defRPr sz="1950" b="0">
                <a:solidFill>
                  <a:srgbClr val="292929"/>
                </a:solidFill>
                <a:latin typeface="KoPubDotum"/>
                <a:ea typeface="KoPubDotum"/>
                <a:cs typeface="KoPubDotum"/>
              </a:defRPr>
            </a:pPr>
            <a:r>
              <a:rPr sz="1950" b="0">
                <a:solidFill>
                  <a:srgbClr val="292929"/>
                </a:solidFill>
                <a:latin typeface="KoPubDotum"/>
                <a:ea typeface="KoPubDotum"/>
                <a:cs typeface="KoPubDotum"/>
              </a:rPr>
              <a:t>직진·후진·회전·정지를 짧게 시험했나요?</a:t>
            </a:r>
          </a:p>
        </p:txBody>
      </p:sp>
      <p:sp>
        <p:nvSpPr>
          <p:cNvPr id="5" name="짝에게 설명하기">
            <a:extLst xmlns:a="http://schemas.openxmlformats.org/drawingml/2006/main">
              <a:ext uri="{FF2B5EF4-FFF2-40B4-BE49-F238E27FC236}">
                <a16:creationId xmlns:a16="http://schemas.microsoft.com/office/drawing/2014/main" id="{EBADA4C0-7D92-4B30-80FD-6B701AAAD49E}"/>
              </a:ext>
            </a:extLst>
          </p:cNvPr>
          <p:cNvSpPr>
            <a:spLocks xmlns:a="http://schemas.openxmlformats.org/drawingml/2006/main" noGrp="1"/>
          </p:cNvSpPr>
          <p:nvPr/>
        </p:nvSpPr>
        <p:spPr>
          <a:xfrm xmlns:a="http://schemas.openxmlformats.org/drawingml/2006/main">
            <a:off x="523875" y="3803523"/>
            <a:ext cx="9644063" cy="37909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292929"/>
                </a:solidFill>
                <a:latin typeface="KoPubDotum"/>
                <a:ea typeface="KoPubDotum"/>
                <a:cs typeface="KoPubDotum"/>
              </a:defRPr>
            </a:defPPr>
          </a:lstStyle>
          <a:p xmlns:a="http://schemas.openxmlformats.org/drawingml/2006/main">
            <a:pPr algn="l">
              <a:lnSpc>
                <a:spcPct val="116000"/>
              </a:lnSpc>
              <a:buNone/>
              <a:defRPr sz="1950" b="1">
                <a:solidFill>
                  <a:srgbClr val="292929"/>
                </a:solidFill>
                <a:latin typeface="KoPubDotum"/>
                <a:ea typeface="KoPubDotum"/>
                <a:cs typeface="KoPubDotum"/>
              </a:defRPr>
            </a:pPr>
            <a:r>
              <a:rPr sz="1950" b="1">
                <a:solidFill>
                  <a:srgbClr val="292929"/>
                </a:solidFill>
                <a:latin typeface="KoPubDotum"/>
                <a:ea typeface="KoPubDotum"/>
                <a:cs typeface="KoPubDotum"/>
              </a:rPr>
              <a:t>짝에게 설명하기</a:t>
            </a:r>
          </a:p>
        </p:txBody>
      </p:sp>
      <p:sp>
        <p:nvSpPr>
          <p:cNvPr id="6" name="모터 회전각과 로봇 방향각은 어떻게 다른가요?&#10;연결이 안 ">
            <a:extLst xmlns:a="http://schemas.openxmlformats.org/drawingml/2006/main">
              <a:ext uri="{FF2B5EF4-FFF2-40B4-BE49-F238E27FC236}">
                <a16:creationId xmlns:a16="http://schemas.microsoft.com/office/drawing/2014/main" id="{AE266236-F297-4B53-ABCF-365260C31CDE}"/>
              </a:ext>
            </a:extLst>
          </p:cNvPr>
          <p:cNvSpPr>
            <a:spLocks xmlns:a="http://schemas.openxmlformats.org/drawingml/2006/main" noGrp="1"/>
          </p:cNvSpPr>
          <p:nvPr/>
        </p:nvSpPr>
        <p:spPr>
          <a:xfrm xmlns:a="http://schemas.openxmlformats.org/drawingml/2006/main">
            <a:off x="523875" y="4239768"/>
            <a:ext cx="9644063" cy="73990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292929"/>
                </a:solidFill>
                <a:latin typeface="KoPubDotum"/>
                <a:ea typeface="KoPubDotum"/>
                <a:cs typeface="KoPubDotum"/>
              </a:defRPr>
            </a:defPPr>
          </a:lstStyle>
          <a:p xmlns:a="http://schemas.openxmlformats.org/drawingml/2006/main">
            <a:pPr algn="l">
              <a:lnSpc>
                <a:spcPct val="116000"/>
              </a:lnSpc>
              <a:buNone/>
              <a:defRPr sz="1950" b="0">
                <a:solidFill>
                  <a:srgbClr val="292929"/>
                </a:solidFill>
                <a:latin typeface="KoPubDotum"/>
                <a:ea typeface="KoPubDotum"/>
                <a:cs typeface="KoPubDotum"/>
              </a:defRPr>
            </a:pPr>
            <a:r>
              <a:rPr sz="1950" b="0">
                <a:solidFill>
                  <a:srgbClr val="292929"/>
                </a:solidFill>
                <a:latin typeface="KoPubDotum"/>
                <a:ea typeface="KoPubDotum"/>
                <a:cs typeface="KoPubDotum"/>
              </a:rPr>
              <a:t>모터 회전각과 로봇 방향각은 어떻게 다른가요?</a:t>
            </a:r>
          </a:p>
          <a:p xmlns:a="http://schemas.openxmlformats.org/drawingml/2006/main">
            <a:pPr algn="l">
              <a:lnSpc>
                <a:spcPct val="116000"/>
              </a:lnSpc>
              <a:buNone/>
              <a:defRPr sz="1950" b="0">
                <a:solidFill>
                  <a:srgbClr val="292929"/>
                </a:solidFill>
                <a:latin typeface="KoPubDotum"/>
                <a:ea typeface="KoPubDotum"/>
                <a:cs typeface="KoPubDotum"/>
              </a:defRPr>
            </a:pPr>
            <a:r>
              <a:rPr sz="1950" b="0">
                <a:solidFill>
                  <a:srgbClr val="292929"/>
                </a:solidFill>
                <a:latin typeface="KoPubDotum"/>
                <a:ea typeface="KoPubDotum"/>
                <a:cs typeface="KoPubDotum"/>
              </a:rPr>
              <a:t>연결이 안 되면 어디부터 확인하겠어요?</a:t>
            </a:r>
          </a:p>
        </p:txBody>
      </p:sp>
    </p:spTree>
    <p:extLst>
      <p:ext uri="{BB962C8B-B14F-4D97-AF65-F5344CB8AC3E}">
        <p14:creationId xmlns:p14="http://schemas.microsoft.com/office/powerpoint/2010/main" val="1225620249"/>
      </p:ext>
    </p:extLst>
  </p:cSld>
</p:sld>
</file>

<file path=ppt/slides/slide28.xml><?xml version="1.0" encoding="utf-8"?>
<p:sld xmlns:p="http://schemas.openxmlformats.org/presentationml/2006/main">
  <p:cSld>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4CB5338E-94C4-4853-B920-827F89812F8A}"/>
              </a:ext>
            </a:extLst>
          </p:cNvPr>
          <p:cNvSpPr>
            <a:spLocks xmlns:a="http://schemas.openxmlformats.org/drawingml/2006/main" noGrp="1"/>
          </p:cNvSpPr>
          <p:nvPr/>
        </p:nvSpPr>
        <p:spPr>
          <a:xfrm xmlns:a="http://schemas.openxmlformats.org/drawingml/2006/main">
            <a:off x="742950" y="1381125"/>
            <a:ext cx="2095500" cy="495300"/>
          </a:xfrm>
          <a:prstGeom xmlns:a="http://schemas.openxmlformats.org/drawingml/2006/main" prst="rect">
            <a:avLst/>
          </a:prstGeom>
          <a:solidFill xmlns:a="http://schemas.openxmlformats.org/drawingml/2006/main">
            <a:srgbClr val="F7972B"/>
          </a:solidFill>
          <a:ln xmlns:a="http://schemas.openxmlformats.org/drawingml/2006/main" w="0">
            <a:noFill/>
          </a:ln>
        </p:spPr>
      </p:sp>
      <p:sp>
        <p:nvSpPr>
          <p:cNvPr id="2" name="2차시">
            <a:extLst xmlns:a="http://schemas.openxmlformats.org/drawingml/2006/main">
              <a:ext uri="{FF2B5EF4-FFF2-40B4-BE49-F238E27FC236}">
                <a16:creationId xmlns:a16="http://schemas.microsoft.com/office/drawing/2014/main" id="{67718C70-BB20-4D8E-A4B6-444AE9D39136}"/>
              </a:ext>
            </a:extLst>
          </p:cNvPr>
          <p:cNvSpPr>
            <a:spLocks xmlns:a="http://schemas.openxmlformats.org/drawingml/2006/main" noGrp="1"/>
          </p:cNvSpPr>
          <p:nvPr/>
        </p:nvSpPr>
        <p:spPr>
          <a:xfrm xmlns:a="http://schemas.openxmlformats.org/drawingml/2006/main">
            <a:off x="819150" y="1466850"/>
            <a:ext cx="1952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2175" b="1">
                <a:solidFill>
                  <a:srgbClr val="FFFFFF"/>
                </a:solidFill>
                <a:latin typeface="KoPubDotum"/>
                <a:ea typeface="KoPubDotum"/>
                <a:cs typeface="KoPubDotum"/>
              </a:defRPr>
            </a:defPPr>
          </a:lstStyle>
          <a:p xmlns:a="http://schemas.openxmlformats.org/drawingml/2006/main">
            <a:pPr algn="ctr">
              <a:lnSpc>
                <a:spcPct val="116000"/>
              </a:lnSpc>
              <a:buNone/>
              <a:defRPr sz="2175" b="1">
                <a:solidFill>
                  <a:srgbClr val="FFFFFF"/>
                </a:solidFill>
                <a:latin typeface="KoPubDotum"/>
                <a:ea typeface="KoPubDotum"/>
                <a:cs typeface="KoPubDotum"/>
              </a:defRPr>
            </a:pPr>
            <a:r>
              <a:rPr sz="2175" b="1">
                <a:solidFill>
                  <a:srgbClr val="FFFFFF"/>
                </a:solidFill>
                <a:latin typeface="KoPubDotum"/>
                <a:ea typeface="KoPubDotum"/>
                <a:cs typeface="KoPubDotum"/>
              </a:rPr>
              <a:t>2차시</a:t>
            </a:r>
          </a:p>
        </p:txBody>
      </p:sp>
      <p:sp>
        <p:nvSpPr>
          <p:cNvPr id="3" name="센서 조건으로 동작 바꾸기">
            <a:extLst xmlns:a="http://schemas.openxmlformats.org/drawingml/2006/main">
              <a:ext uri="{FF2B5EF4-FFF2-40B4-BE49-F238E27FC236}">
                <a16:creationId xmlns:a16="http://schemas.microsoft.com/office/drawing/2014/main" id="{DC730849-AB8F-4094-BE0A-2A77A3823E0D}"/>
              </a:ext>
            </a:extLst>
          </p:cNvPr>
          <p:cNvSpPr>
            <a:spLocks xmlns:a="http://schemas.openxmlformats.org/drawingml/2006/main" noGrp="1"/>
          </p:cNvSpPr>
          <p:nvPr/>
        </p:nvSpPr>
        <p:spPr>
          <a:xfrm xmlns:a="http://schemas.openxmlformats.org/drawingml/2006/main">
            <a:off x="781050" y="2257425"/>
            <a:ext cx="8953500" cy="140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525" b="1">
                <a:solidFill>
                  <a:srgbClr val="292929"/>
                </a:solidFill>
                <a:latin typeface="KoPubDotum"/>
                <a:ea typeface="KoPubDotum"/>
                <a:cs typeface="KoPubDotum"/>
              </a:defRPr>
            </a:defPPr>
          </a:lstStyle>
          <a:p xmlns:a="http://schemas.openxmlformats.org/drawingml/2006/main">
            <a:pPr algn="l">
              <a:lnSpc>
                <a:spcPct val="116000"/>
              </a:lnSpc>
              <a:buNone/>
              <a:defRPr sz="3525" b="1">
                <a:solidFill>
                  <a:srgbClr val="292929"/>
                </a:solidFill>
                <a:latin typeface="KoPubDotum"/>
                <a:ea typeface="KoPubDotum"/>
                <a:cs typeface="KoPubDotum"/>
              </a:defRPr>
            </a:pPr>
            <a:r>
              <a:rPr sz="3525" b="1">
                <a:solidFill>
                  <a:srgbClr val="292929"/>
                </a:solidFill>
                <a:latin typeface="KoPubDotum"/>
                <a:ea typeface="KoPubDotum"/>
                <a:cs typeface="KoPubDotum"/>
              </a:rPr>
              <a:t>센서 조건으로 동작 바꾸기</a:t>
            </a:r>
          </a:p>
        </p:txBody>
      </p:sp>
      <p:sp>
        <p:nvSpPr>
          <p:cNvPr id="4" name="">
            <a:extLst xmlns:a="http://schemas.openxmlformats.org/drawingml/2006/main">
              <a:ext uri="{FF2B5EF4-FFF2-40B4-BE49-F238E27FC236}">
                <a16:creationId xmlns:a16="http://schemas.microsoft.com/office/drawing/2014/main" id="{378B72D8-BD57-4E5D-A9B8-61349ADB0C17}"/>
              </a:ext>
            </a:extLst>
          </p:cNvPr>
          <p:cNvSpPr>
            <a:spLocks xmlns:a="http://schemas.openxmlformats.org/drawingml/2006/main" noGrp="1"/>
          </p:cNvSpPr>
          <p:nvPr/>
        </p:nvSpPr>
        <p:spPr>
          <a:xfrm xmlns:a="http://schemas.openxmlformats.org/drawingml/2006/main">
            <a:off x="742950" y="4191000"/>
            <a:ext cx="2095500" cy="485775"/>
          </a:xfrm>
          <a:prstGeom xmlns:a="http://schemas.openxmlformats.org/drawingml/2006/main" prst="rect">
            <a:avLst/>
          </a:prstGeom>
          <a:solidFill xmlns:a="http://schemas.openxmlformats.org/drawingml/2006/main">
            <a:srgbClr val="F7972B"/>
          </a:solidFill>
          <a:ln xmlns:a="http://schemas.openxmlformats.org/drawingml/2006/main" w="0">
            <a:noFill/>
          </a:ln>
        </p:spPr>
      </p:sp>
      <p:sp>
        <p:nvSpPr>
          <p:cNvPr id="5" name="학습 목표">
            <a:extLst xmlns:a="http://schemas.openxmlformats.org/drawingml/2006/main">
              <a:ext uri="{FF2B5EF4-FFF2-40B4-BE49-F238E27FC236}">
                <a16:creationId xmlns:a16="http://schemas.microsoft.com/office/drawing/2014/main" id="{C6099B2D-F139-4F34-B142-D4463CA27C8B}"/>
              </a:ext>
            </a:extLst>
          </p:cNvPr>
          <p:cNvSpPr>
            <a:spLocks xmlns:a="http://schemas.openxmlformats.org/drawingml/2006/main" noGrp="1"/>
          </p:cNvSpPr>
          <p:nvPr/>
        </p:nvSpPr>
        <p:spPr>
          <a:xfrm xmlns:a="http://schemas.openxmlformats.org/drawingml/2006/main">
            <a:off x="838200" y="4276725"/>
            <a:ext cx="1905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2100" b="1">
                <a:solidFill>
                  <a:srgbClr val="FFFFFF"/>
                </a:solidFill>
                <a:latin typeface="KoPubDotum"/>
                <a:ea typeface="KoPubDotum"/>
                <a:cs typeface="KoPubDotum"/>
              </a:defRPr>
            </a:defPPr>
          </a:lstStyle>
          <a:p xmlns:a="http://schemas.openxmlformats.org/drawingml/2006/main">
            <a:pPr algn="ctr">
              <a:lnSpc>
                <a:spcPct val="116000"/>
              </a:lnSpc>
              <a:buNone/>
              <a:defRPr sz="2100" b="1">
                <a:solidFill>
                  <a:srgbClr val="FFFFFF"/>
                </a:solidFill>
                <a:latin typeface="KoPubDotum"/>
                <a:ea typeface="KoPubDotum"/>
                <a:cs typeface="KoPubDotum"/>
              </a:defRPr>
            </a:pPr>
            <a:r>
              <a:rPr sz="2100" b="1">
                <a:solidFill>
                  <a:srgbClr val="FFFFFF"/>
                </a:solidFill>
                <a:latin typeface="KoPubDotum"/>
                <a:ea typeface="KoPubDotum"/>
                <a:cs typeface="KoPubDotum"/>
              </a:rPr>
              <a:t>학습 목표</a:t>
            </a:r>
          </a:p>
        </p:txBody>
      </p:sp>
      <p:sp>
        <p:nvSpPr>
          <p:cNvPr id="6" name="1. 센서값을 보고 로봇이 움직일 조건을 정합니다.&#10;2. ">
            <a:extLst xmlns:a="http://schemas.openxmlformats.org/drawingml/2006/main">
              <a:ext uri="{FF2B5EF4-FFF2-40B4-BE49-F238E27FC236}">
                <a16:creationId xmlns:a16="http://schemas.microsoft.com/office/drawing/2014/main" id="{3DC3016B-CED4-4319-B96E-CFB03C06D619}"/>
              </a:ext>
            </a:extLst>
          </p:cNvPr>
          <p:cNvSpPr>
            <a:spLocks xmlns:a="http://schemas.openxmlformats.org/drawingml/2006/main" noGrp="1"/>
          </p:cNvSpPr>
          <p:nvPr/>
        </p:nvSpPr>
        <p:spPr>
          <a:xfrm xmlns:a="http://schemas.openxmlformats.org/drawingml/2006/main">
            <a:off x="3381375" y="4171950"/>
            <a:ext cx="6334125"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292929"/>
                </a:solidFill>
                <a:latin typeface="KoPubDotum"/>
                <a:ea typeface="KoPubDotum"/>
                <a:cs typeface="KoPubDotum"/>
              </a:defRPr>
            </a:defPPr>
          </a:lstStyle>
          <a:p xmlns:a="http://schemas.openxmlformats.org/drawingml/2006/main">
            <a:pPr algn="l">
              <a:lnSpc>
                <a:spcPct val="116000"/>
              </a:lnSpc>
              <a:buNone/>
              <a:defRPr sz="2025" b="0">
                <a:solidFill>
                  <a:srgbClr val="292929"/>
                </a:solidFill>
                <a:latin typeface="KoPubDotum"/>
                <a:ea typeface="KoPubDotum"/>
                <a:cs typeface="KoPubDotum"/>
              </a:defRPr>
            </a:pPr>
            <a:r>
              <a:rPr sz="2025" b="0">
                <a:solidFill>
                  <a:srgbClr val="292929"/>
                </a:solidFill>
                <a:latin typeface="KoPubDotum"/>
                <a:ea typeface="KoPubDotum"/>
                <a:cs typeface="KoPubDotum"/>
              </a:rPr>
              <a:t>1. 센서값을 보고 로봇이 움직일 조건을 정합니다.</a:t>
            </a:r>
          </a:p>
          <a:p xmlns:a="http://schemas.openxmlformats.org/drawingml/2006/main">
            <a:pPr algn="l">
              <a:lnSpc>
                <a:spcPct val="116000"/>
              </a:lnSpc>
              <a:buNone/>
              <a:defRPr sz="2025" b="0">
                <a:solidFill>
                  <a:srgbClr val="292929"/>
                </a:solidFill>
                <a:latin typeface="KoPubDotum"/>
                <a:ea typeface="KoPubDotum"/>
                <a:cs typeface="KoPubDotum"/>
              </a:defRPr>
            </a:pPr>
            <a:r>
              <a:rPr sz="2025" b="0">
                <a:solidFill>
                  <a:srgbClr val="292929"/>
                </a:solidFill>
                <a:latin typeface="KoPubDotum"/>
                <a:ea typeface="KoPubDotum"/>
                <a:cs typeface="KoPubDotum"/>
              </a:rPr>
              <a:t>2. 기준값 하나를 바꾸고 주행 결과를 비교합니다.</a:t>
            </a:r>
          </a:p>
        </p:txBody>
      </p:sp>
      <p:sp>
        <p:nvSpPr>
          <p:cNvPr id="7" name="힘·거리센서 실습과 컬러·자이로 활동 50분">
            <a:extLst xmlns:a="http://schemas.openxmlformats.org/drawingml/2006/main">
              <a:ext uri="{FF2B5EF4-FFF2-40B4-BE49-F238E27FC236}">
                <a16:creationId xmlns:a16="http://schemas.microsoft.com/office/drawing/2014/main" id="{703AF2A3-3D2A-4FB9-83DC-4EEAB8EC1A05}"/>
              </a:ext>
            </a:extLst>
          </p:cNvPr>
          <p:cNvSpPr>
            <a:spLocks xmlns:a="http://schemas.openxmlformats.org/drawingml/2006/main" noGrp="1"/>
          </p:cNvSpPr>
          <p:nvPr/>
        </p:nvSpPr>
        <p:spPr>
          <a:xfrm xmlns:a="http://schemas.openxmlformats.org/drawingml/2006/main">
            <a:off x="3381375" y="5810250"/>
            <a:ext cx="63341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5A554E"/>
                </a:solidFill>
                <a:latin typeface="KoPubDotum"/>
                <a:ea typeface="KoPubDotum"/>
                <a:cs typeface="KoPubDotum"/>
              </a:defRPr>
            </a:defPPr>
          </a:lstStyle>
          <a:p xmlns:a="http://schemas.openxmlformats.org/drawingml/2006/main">
            <a:pPr algn="l">
              <a:lnSpc>
                <a:spcPct val="116000"/>
              </a:lnSpc>
              <a:buNone/>
              <a:defRPr sz="1650" b="0">
                <a:solidFill>
                  <a:srgbClr val="5A554E"/>
                </a:solidFill>
                <a:latin typeface="KoPubDotum"/>
                <a:ea typeface="KoPubDotum"/>
                <a:cs typeface="KoPubDotum"/>
              </a:defRPr>
            </a:pPr>
            <a:r>
              <a:rPr sz="1650" b="0">
                <a:solidFill>
                  <a:srgbClr val="5A554E"/>
                </a:solidFill>
                <a:latin typeface="KoPubDotum"/>
                <a:ea typeface="KoPubDotum"/>
                <a:cs typeface="KoPubDotum"/>
              </a:rPr>
              <a:t>힘·거리센서 실습과 컬러·자이로 활동 50분</a:t>
            </a:r>
          </a:p>
        </p:txBody>
      </p:sp>
    </p:spTree>
    <p:extLst>
      <p:ext uri="{BB962C8B-B14F-4D97-AF65-F5344CB8AC3E}">
        <p14:creationId xmlns:p14="http://schemas.microsoft.com/office/powerpoint/2010/main" val="2028287966"/>
      </p:ext>
    </p:extLst>
  </p:cSld>
</p:sld>
</file>

<file path=ppt/slides/slide29.xml><?xml version="1.0" encoding="utf-8"?>
<p:sld xmlns:p="http://schemas.openxmlformats.org/presentationml/2006/main">
  <p:cSld>
    <p:spTree>
      <p:nvGrpSpPr>
        <p:cNvPr id="1" name=""/>
        <p:cNvGrpSpPr/>
        <p:nvPr/>
      </p:nvGrpSpPr>
      <p:grpSpPr>
        <a:xfrm xmlns:a="http://schemas.openxmlformats.org/drawingml/2006/main"/>
      </p:grpSpPr>
      <p:sp>
        <p:nvSpPr>
          <p:cNvPr id="7" name="센서값이 바뀌는지 보기">
            <a:extLst xmlns:a="http://schemas.openxmlformats.org/drawingml/2006/main">
              <a:ext uri="{FF2B5EF4-FFF2-40B4-BE49-F238E27FC236}">
                <a16:creationId xmlns:a16="http://schemas.microsoft.com/office/drawing/2014/main" id="{6EB43314-2D5D-483F-9553-E97D1FE2AF7C}"/>
              </a:ext>
            </a:extLst>
          </p:cNvPr>
          <p:cNvSpPr>
            <a:spLocks xmlns:a="http://schemas.openxmlformats.org/drawingml/2006/main" noGrp="1"/>
          </p:cNvSpPr>
          <p:nvPr/>
        </p:nvSpPr>
        <p:spPr>
          <a:xfrm xmlns:a="http://schemas.openxmlformats.org/drawingml/2006/main">
            <a:off x="476250" y="1428750"/>
            <a:ext cx="9739313"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292929"/>
                </a:solidFill>
                <a:latin typeface="KoPubDotum"/>
                <a:ea typeface="KoPubDotum"/>
                <a:cs typeface="KoPubDotum"/>
              </a:defRPr>
            </a:defPPr>
          </a:lstStyle>
          <a:p xmlns:a="http://schemas.openxmlformats.org/drawingml/2006/main">
            <a:pPr algn="l">
              <a:lnSpc>
                <a:spcPct val="116000"/>
              </a:lnSpc>
              <a:buNone/>
              <a:defRPr sz="1950" b="0">
                <a:solidFill>
                  <a:srgbClr val="292929"/>
                </a:solidFill>
                <a:latin typeface="KoPubDotum"/>
                <a:ea typeface="KoPubDotum"/>
                <a:cs typeface="KoPubDotum"/>
              </a:defRPr>
            </a:pPr>
            <a:r>
              <a:rPr sz="1950" b="0">
                <a:solidFill>
                  <a:srgbClr val="292929"/>
                </a:solidFill>
                <a:latin typeface="KoPubDotum"/>
                <a:ea typeface="KoPubDotum"/>
                <a:cs typeface="KoPubDotum"/>
              </a:rPr>
              <a:t>센서값이 바뀌는지 보기</a:t>
            </a:r>
          </a:p>
        </p:txBody>
      </p:sp>
      <p:sp>
        <p:nvSpPr>
          <p:cNvPr id="2" name="29">
            <a:extLst xmlns:a="http://schemas.openxmlformats.org/drawingml/2006/main">
              <a:ext uri="{FF2B5EF4-FFF2-40B4-BE49-F238E27FC236}">
                <a16:creationId xmlns:a16="http://schemas.microsoft.com/office/drawing/2014/main" id="{2D822F7F-23B0-4189-9FCA-28B52F53FBEA}"/>
              </a:ext>
            </a:extLst>
          </p:cNvPr>
          <p:cNvSpPr>
            <a:spLocks xmlns:a="http://schemas.openxmlformats.org/drawingml/2006/main" noGrp="1"/>
          </p:cNvSpPr>
          <p:nvPr/>
        </p:nvSpPr>
        <p:spPr>
          <a:xfrm xmlns:a="http://schemas.openxmlformats.org/drawingml/2006/main">
            <a:off x="5107782" y="7064375"/>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50" b="0">
                <a:solidFill>
                  <a:srgbClr val="5A554E"/>
                </a:solidFill>
                <a:latin typeface="KoPubDotum"/>
                <a:ea typeface="KoPubDotum"/>
                <a:cs typeface="KoPubDotum"/>
              </a:defRPr>
            </a:defPPr>
          </a:lstStyle>
          <a:p xmlns:a="http://schemas.openxmlformats.org/drawingml/2006/main">
            <a:pPr algn="ctr">
              <a:lnSpc>
                <a:spcPct val="116000"/>
              </a:lnSpc>
              <a:buNone/>
              <a:defRPr sz="1050" b="0">
                <a:solidFill>
                  <a:srgbClr val="5A554E"/>
                </a:solidFill>
                <a:latin typeface="KoPubDotum"/>
                <a:ea typeface="KoPubDotum"/>
                <a:cs typeface="KoPubDotum"/>
              </a:defRPr>
            </a:pPr>
            <a:r>
              <a:rPr sz="1050" b="0">
                <a:solidFill>
                  <a:srgbClr val="5A554E"/>
                </a:solidFill>
                <a:latin typeface="KoPubDotum"/>
                <a:ea typeface="KoPubDotum"/>
                <a:cs typeface="KoPubDotum"/>
              </a:rPr>
              <a:t>29</a:t>
            </a:r>
          </a:p>
        </p:txBody>
      </p:sp>
      <p:sp>
        <p:nvSpPr>
          <p:cNvPr id="3" name="모터를 멈춘 상태에서">
            <a:extLst xmlns:a="http://schemas.openxmlformats.org/drawingml/2006/main">
              <a:ext uri="{FF2B5EF4-FFF2-40B4-BE49-F238E27FC236}">
                <a16:creationId xmlns:a16="http://schemas.microsoft.com/office/drawing/2014/main" id="{87CDF7B4-BB67-44EB-9DD3-F34FEE724D56}"/>
              </a:ext>
            </a:extLst>
          </p:cNvPr>
          <p:cNvSpPr>
            <a:spLocks xmlns:a="http://schemas.openxmlformats.org/drawingml/2006/main" noGrp="1"/>
          </p:cNvSpPr>
          <p:nvPr/>
        </p:nvSpPr>
        <p:spPr>
          <a:xfrm xmlns:a="http://schemas.openxmlformats.org/drawingml/2006/main">
            <a:off x="523875" y="2047875"/>
            <a:ext cx="9644063" cy="37909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292929"/>
                </a:solidFill>
                <a:latin typeface="KoPubDotum"/>
                <a:ea typeface="KoPubDotum"/>
                <a:cs typeface="KoPubDotum"/>
              </a:defRPr>
            </a:defPPr>
          </a:lstStyle>
          <a:p xmlns:a="http://schemas.openxmlformats.org/drawingml/2006/main">
            <a:pPr algn="l">
              <a:lnSpc>
                <a:spcPct val="116000"/>
              </a:lnSpc>
              <a:buNone/>
              <a:defRPr sz="1950" b="1">
                <a:solidFill>
                  <a:srgbClr val="292929"/>
                </a:solidFill>
                <a:latin typeface="KoPubDotum"/>
                <a:ea typeface="KoPubDotum"/>
                <a:cs typeface="KoPubDotum"/>
              </a:defRPr>
            </a:pPr>
            <a:r>
              <a:rPr sz="1950" b="1">
                <a:solidFill>
                  <a:srgbClr val="292929"/>
                </a:solidFill>
                <a:latin typeface="KoPubDotum"/>
                <a:ea typeface="KoPubDotum"/>
                <a:cs typeface="KoPubDotum"/>
              </a:rPr>
              <a:t>모터를 멈춘 상태에서</a:t>
            </a:r>
          </a:p>
        </p:txBody>
      </p:sp>
      <p:sp>
        <p:nvSpPr>
          <p:cNvPr id="4" name="힘센서 C를 눌렀다 놓습니다.&#10;거리센서 B 앞의 물체를 가">
            <a:extLst xmlns:a="http://schemas.openxmlformats.org/drawingml/2006/main">
              <a:ext uri="{FF2B5EF4-FFF2-40B4-BE49-F238E27FC236}">
                <a16:creationId xmlns:a16="http://schemas.microsoft.com/office/drawing/2014/main" id="{60F8E6B7-3DDE-4902-9271-40EAB38DC7EE}"/>
              </a:ext>
            </a:extLst>
          </p:cNvPr>
          <p:cNvSpPr>
            <a:spLocks xmlns:a="http://schemas.openxmlformats.org/drawingml/2006/main" noGrp="1"/>
          </p:cNvSpPr>
          <p:nvPr/>
        </p:nvSpPr>
        <p:spPr>
          <a:xfrm xmlns:a="http://schemas.openxmlformats.org/drawingml/2006/main">
            <a:off x="523875" y="2484120"/>
            <a:ext cx="9644063" cy="107175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292929"/>
                </a:solidFill>
                <a:latin typeface="KoPubDotum"/>
                <a:ea typeface="KoPubDotum"/>
                <a:cs typeface="KoPubDotum"/>
              </a:defRPr>
            </a:defPPr>
          </a:lstStyle>
          <a:p xmlns:a="http://schemas.openxmlformats.org/drawingml/2006/main">
            <a:pPr algn="l">
              <a:lnSpc>
                <a:spcPct val="116000"/>
              </a:lnSpc>
              <a:buNone/>
              <a:defRPr sz="1950" b="0">
                <a:solidFill>
                  <a:srgbClr val="292929"/>
                </a:solidFill>
                <a:latin typeface="KoPubDotum"/>
                <a:ea typeface="KoPubDotum"/>
                <a:cs typeface="KoPubDotum"/>
              </a:defRPr>
            </a:pPr>
            <a:r>
              <a:rPr sz="1950" b="0">
                <a:solidFill>
                  <a:srgbClr val="292929"/>
                </a:solidFill>
                <a:latin typeface="KoPubDotum"/>
                <a:ea typeface="KoPubDotum"/>
                <a:cs typeface="KoPubDotum"/>
              </a:rPr>
              <a:t>힘센서 C를 눌렀다 놓습니다.</a:t>
            </a:r>
          </a:p>
          <a:p xmlns:a="http://schemas.openxmlformats.org/drawingml/2006/main">
            <a:pPr algn="l">
              <a:lnSpc>
                <a:spcPct val="116000"/>
              </a:lnSpc>
              <a:buNone/>
              <a:defRPr sz="1950" b="0">
                <a:solidFill>
                  <a:srgbClr val="292929"/>
                </a:solidFill>
                <a:latin typeface="KoPubDotum"/>
                <a:ea typeface="KoPubDotum"/>
                <a:cs typeface="KoPubDotum"/>
              </a:defRPr>
            </a:pPr>
            <a:r>
              <a:rPr sz="1950" b="0">
                <a:solidFill>
                  <a:srgbClr val="292929"/>
                </a:solidFill>
                <a:latin typeface="KoPubDotum"/>
                <a:ea typeface="KoPubDotum"/>
                <a:cs typeface="KoPubDotum"/>
              </a:rPr>
              <a:t>거리센서 B 앞의 물체를 가까이, 멀리 옮깁니다.</a:t>
            </a:r>
          </a:p>
          <a:p xmlns:a="http://schemas.openxmlformats.org/drawingml/2006/main">
            <a:pPr algn="l">
              <a:lnSpc>
                <a:spcPct val="116000"/>
              </a:lnSpc>
              <a:buNone/>
              <a:defRPr sz="1950" b="0">
                <a:solidFill>
                  <a:srgbClr val="292929"/>
                </a:solidFill>
                <a:latin typeface="KoPubDotum"/>
                <a:ea typeface="KoPubDotum"/>
                <a:cs typeface="KoPubDotum"/>
              </a:defRPr>
            </a:pPr>
            <a:r>
              <a:rPr sz="1950" b="0">
                <a:solidFill>
                  <a:srgbClr val="292929"/>
                </a:solidFill>
                <a:latin typeface="KoPubDotum"/>
                <a:ea typeface="KoPubDotum"/>
                <a:cs typeface="KoPubDotum"/>
              </a:rPr>
              <a:t>컬러센서 D 아래에 검정과 흰 표면을 번갈아 놓습니다.</a:t>
            </a:r>
          </a:p>
        </p:txBody>
      </p:sp>
      <p:sp>
        <p:nvSpPr>
          <p:cNvPr id="5" name="값이 그대로라면">
            <a:extLst xmlns:a="http://schemas.openxmlformats.org/drawingml/2006/main">
              <a:ext uri="{FF2B5EF4-FFF2-40B4-BE49-F238E27FC236}">
                <a16:creationId xmlns:a16="http://schemas.microsoft.com/office/drawing/2014/main" id="{74467C9E-4584-4F14-993D-E34D7C3BFDB2}"/>
              </a:ext>
            </a:extLst>
          </p:cNvPr>
          <p:cNvSpPr>
            <a:spLocks xmlns:a="http://schemas.openxmlformats.org/drawingml/2006/main" noGrp="1"/>
          </p:cNvSpPr>
          <p:nvPr/>
        </p:nvSpPr>
        <p:spPr>
          <a:xfrm xmlns:a="http://schemas.openxmlformats.org/drawingml/2006/main">
            <a:off x="523875" y="3803523"/>
            <a:ext cx="9644063" cy="37909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292929"/>
                </a:solidFill>
                <a:latin typeface="KoPubDotum"/>
                <a:ea typeface="KoPubDotum"/>
                <a:cs typeface="KoPubDotum"/>
              </a:defRPr>
            </a:defPPr>
          </a:lstStyle>
          <a:p xmlns:a="http://schemas.openxmlformats.org/drawingml/2006/main">
            <a:pPr algn="l">
              <a:lnSpc>
                <a:spcPct val="116000"/>
              </a:lnSpc>
              <a:buNone/>
              <a:defRPr sz="1950" b="1">
                <a:solidFill>
                  <a:srgbClr val="292929"/>
                </a:solidFill>
                <a:latin typeface="KoPubDotum"/>
                <a:ea typeface="KoPubDotum"/>
                <a:cs typeface="KoPubDotum"/>
              </a:defRPr>
            </a:pPr>
            <a:r>
              <a:rPr sz="1950" b="1">
                <a:solidFill>
                  <a:srgbClr val="292929"/>
                </a:solidFill>
                <a:latin typeface="KoPubDotum"/>
                <a:ea typeface="KoPubDotum"/>
                <a:cs typeface="KoPubDotum"/>
              </a:rPr>
              <a:t>값이 그대로라면</a:t>
            </a:r>
          </a:p>
        </p:txBody>
      </p:sp>
      <p:sp>
        <p:nvSpPr>
          <p:cNvPr id="6" name="포트와 케이블, 센서가 향한 곳부터 살펴봅니다.&#10;값이 바뀌">
            <a:extLst xmlns:a="http://schemas.openxmlformats.org/drawingml/2006/main">
              <a:ext uri="{FF2B5EF4-FFF2-40B4-BE49-F238E27FC236}">
                <a16:creationId xmlns:a16="http://schemas.microsoft.com/office/drawing/2014/main" id="{5C86C768-533A-42A9-AFE0-99C7BC1F2035}"/>
              </a:ext>
            </a:extLst>
          </p:cNvPr>
          <p:cNvSpPr>
            <a:spLocks xmlns:a="http://schemas.openxmlformats.org/drawingml/2006/main" noGrp="1"/>
          </p:cNvSpPr>
          <p:nvPr/>
        </p:nvSpPr>
        <p:spPr>
          <a:xfrm xmlns:a="http://schemas.openxmlformats.org/drawingml/2006/main">
            <a:off x="523875" y="4239768"/>
            <a:ext cx="9644063" cy="73990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292929"/>
                </a:solidFill>
                <a:latin typeface="KoPubDotum"/>
                <a:ea typeface="KoPubDotum"/>
                <a:cs typeface="KoPubDotum"/>
              </a:defRPr>
            </a:defPPr>
          </a:lstStyle>
          <a:p xmlns:a="http://schemas.openxmlformats.org/drawingml/2006/main">
            <a:pPr algn="l">
              <a:lnSpc>
                <a:spcPct val="116000"/>
              </a:lnSpc>
              <a:buNone/>
              <a:defRPr sz="1950" b="0">
                <a:solidFill>
                  <a:srgbClr val="292929"/>
                </a:solidFill>
                <a:latin typeface="KoPubDotum"/>
                <a:ea typeface="KoPubDotum"/>
                <a:cs typeface="KoPubDotum"/>
              </a:defRPr>
            </a:pPr>
            <a:r>
              <a:rPr sz="1950" b="0">
                <a:solidFill>
                  <a:srgbClr val="292929"/>
                </a:solidFill>
                <a:latin typeface="KoPubDotum"/>
                <a:ea typeface="KoPubDotum"/>
                <a:cs typeface="KoPubDotum"/>
              </a:rPr>
              <a:t>포트와 케이블, 센서가 향한 곳부터 살펴봅니다.</a:t>
            </a:r>
          </a:p>
          <a:p xmlns:a="http://schemas.openxmlformats.org/drawingml/2006/main">
            <a:pPr algn="l">
              <a:lnSpc>
                <a:spcPct val="116000"/>
              </a:lnSpc>
              <a:buNone/>
              <a:defRPr sz="1950" b="0">
                <a:solidFill>
                  <a:srgbClr val="292929"/>
                </a:solidFill>
                <a:latin typeface="KoPubDotum"/>
                <a:ea typeface="KoPubDotum"/>
                <a:cs typeface="KoPubDotum"/>
              </a:defRPr>
            </a:pPr>
            <a:r>
              <a:rPr sz="1950" b="0">
                <a:solidFill>
                  <a:srgbClr val="292929"/>
                </a:solidFill>
                <a:latin typeface="KoPubDotum"/>
                <a:ea typeface="KoPubDotum"/>
                <a:cs typeface="KoPubDotum"/>
              </a:rPr>
              <a:t>값이 바뀌는 것을 확인한 뒤 주행 블록을 붙입니다.</a:t>
            </a:r>
          </a:p>
        </p:txBody>
      </p:sp>
    </p:spTree>
    <p:extLst>
      <p:ext uri="{BB962C8B-B14F-4D97-AF65-F5344CB8AC3E}">
        <p14:creationId xmlns:p14="http://schemas.microsoft.com/office/powerpoint/2010/main" val="991963157"/>
      </p:ext>
    </p:extLst>
  </p:cSld>
</p:sld>
</file>

<file path=ppt/slides/slide30.xml><?xml version="1.0" encoding="utf-8"?>
<p:sld xmlns:p="http://schemas.openxmlformats.org/presentationml/2006/main">
  <p:cSld>
    <p:spTree>
      <p:nvGrpSpPr>
        <p:cNvPr id="1" name=""/>
        <p:cNvGrpSpPr/>
        <p:nvPr/>
      </p:nvGrpSpPr>
      <p:grpSpPr>
        <a:xfrm xmlns:a="http://schemas.openxmlformats.org/drawingml/2006/main"/>
      </p:grpSpPr>
      <p:sp>
        <p:nvSpPr>
          <p:cNvPr id="8" name="센서 블록 고르기">
            <a:extLst xmlns:a="http://schemas.openxmlformats.org/drawingml/2006/main">
              <a:ext uri="{FF2B5EF4-FFF2-40B4-BE49-F238E27FC236}">
                <a16:creationId xmlns:a16="http://schemas.microsoft.com/office/drawing/2014/main" id="{D3F26645-E67D-4F48-8827-FEFA9BF712CD}"/>
              </a:ext>
            </a:extLst>
          </p:cNvPr>
          <p:cNvSpPr>
            <a:spLocks xmlns:a="http://schemas.openxmlformats.org/drawingml/2006/main" noGrp="1"/>
          </p:cNvSpPr>
          <p:nvPr/>
        </p:nvSpPr>
        <p:spPr>
          <a:xfrm xmlns:a="http://schemas.openxmlformats.org/drawingml/2006/main">
            <a:off x="476250" y="1428750"/>
            <a:ext cx="9739313"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292929"/>
                </a:solidFill>
                <a:latin typeface="KoPubDotum"/>
                <a:ea typeface="KoPubDotum"/>
                <a:cs typeface="KoPubDotum"/>
              </a:defRPr>
            </a:defPPr>
          </a:lstStyle>
          <a:p xmlns:a="http://schemas.openxmlformats.org/drawingml/2006/main">
            <a:pPr algn="l">
              <a:lnSpc>
                <a:spcPct val="116000"/>
              </a:lnSpc>
              <a:buNone/>
              <a:defRPr sz="1950" b="0">
                <a:solidFill>
                  <a:srgbClr val="292929"/>
                </a:solidFill>
                <a:latin typeface="KoPubDotum"/>
                <a:ea typeface="KoPubDotum"/>
                <a:cs typeface="KoPubDotum"/>
              </a:defRPr>
            </a:pPr>
            <a:r>
              <a:rPr sz="1950" b="0">
                <a:solidFill>
                  <a:srgbClr val="292929"/>
                </a:solidFill>
                <a:latin typeface="KoPubDotum"/>
                <a:ea typeface="KoPubDotum"/>
                <a:cs typeface="KoPubDotum"/>
              </a:rPr>
              <a:t>센서 블록 고르기</a:t>
            </a:r>
          </a:p>
        </p:txBody>
      </p:sp>
      <p:sp>
        <p:nvSpPr>
          <p:cNvPr id="2" name="30">
            <a:extLst xmlns:a="http://schemas.openxmlformats.org/drawingml/2006/main">
              <a:ext uri="{FF2B5EF4-FFF2-40B4-BE49-F238E27FC236}">
                <a16:creationId xmlns:a16="http://schemas.microsoft.com/office/drawing/2014/main" id="{CB80F0B9-8230-44B1-9FD7-B96690AAEAA5}"/>
              </a:ext>
            </a:extLst>
          </p:cNvPr>
          <p:cNvSpPr>
            <a:spLocks xmlns:a="http://schemas.openxmlformats.org/drawingml/2006/main" noGrp="1"/>
          </p:cNvSpPr>
          <p:nvPr/>
        </p:nvSpPr>
        <p:spPr>
          <a:xfrm xmlns:a="http://schemas.openxmlformats.org/drawingml/2006/main">
            <a:off x="5107782" y="7064375"/>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50" b="0">
                <a:solidFill>
                  <a:srgbClr val="5A554E"/>
                </a:solidFill>
                <a:latin typeface="KoPubDotum"/>
                <a:ea typeface="KoPubDotum"/>
                <a:cs typeface="KoPubDotum"/>
              </a:defRPr>
            </a:defPPr>
          </a:lstStyle>
          <a:p xmlns:a="http://schemas.openxmlformats.org/drawingml/2006/main">
            <a:pPr algn="ctr">
              <a:lnSpc>
                <a:spcPct val="116000"/>
              </a:lnSpc>
              <a:buNone/>
              <a:defRPr sz="1050" b="0">
                <a:solidFill>
                  <a:srgbClr val="5A554E"/>
                </a:solidFill>
                <a:latin typeface="KoPubDotum"/>
                <a:ea typeface="KoPubDotum"/>
                <a:cs typeface="KoPubDotum"/>
              </a:defRPr>
            </a:pPr>
            <a:r>
              <a:rPr sz="1050" b="0">
                <a:solidFill>
                  <a:srgbClr val="5A554E"/>
                </a:solidFill>
                <a:latin typeface="KoPubDotum"/>
                <a:ea typeface="KoPubDotum"/>
                <a:cs typeface="KoPubDotum"/>
              </a:rPr>
              <a:t>30</a:t>
            </a:r>
          </a:p>
        </p:txBody>
      </p:sp>
      <p:pic>
        <p:nvPicPr>
          <p:cNvPr id="3" name="">
            <a:extLst xmlns:a="http://schemas.openxmlformats.org/drawingml/2006/main">
              <a:ext uri="{FF2B5EF4-FFF2-40B4-BE49-F238E27FC236}">
                <a16:creationId xmlns:a16="http://schemas.microsoft.com/office/drawing/2014/main" id="{BBFBFE88-805D-412E-AD3C-F79A1FA962A7}"/>
              </a:ext>
            </a:extLst>
          </p:cNvPr>
          <p:cNvPicPr>
            <a:picLocks xmlns:a="http://schemas.openxmlformats.org/drawingml/2006/main" noChangeAspect="1"/>
          </p:cNvPicPr>
          <p:nvPr/>
        </p:nvPicPr>
        <p:blipFill>
          <a:blip xmlns:r="http://schemas.openxmlformats.org/officeDocument/2006/relationships" xmlns:a="http://schemas.openxmlformats.org/drawingml/2006/main" r:embed="Re9c4146558f7462f"/>
          <a:stretch xmlns:a="http://schemas.openxmlformats.org/drawingml/2006/main"/>
        </p:blipFill>
        <p:spPr>
          <a:xfrm xmlns:a="http://schemas.openxmlformats.org/drawingml/2006/main">
            <a:off x="476250" y="2095500"/>
            <a:ext cx="4619625" cy="4672121"/>
          </a:xfrm>
          <a:prstGeom xmlns:a="http://schemas.openxmlformats.org/drawingml/2006/main" prst="rect">
            <a:avLst/>
          </a:prstGeom>
        </p:spPr>
      </p:pic>
      <p:sp>
        <p:nvSpPr>
          <p:cNvPr id="4" name="포트와 읽을 값">
            <a:extLst xmlns:a="http://schemas.openxmlformats.org/drawingml/2006/main">
              <a:ext uri="{FF2B5EF4-FFF2-40B4-BE49-F238E27FC236}">
                <a16:creationId xmlns:a16="http://schemas.microsoft.com/office/drawing/2014/main" id="{8E53B0E0-7397-4158-8856-7F9EABB7E7B5}"/>
              </a:ext>
            </a:extLst>
          </p:cNvPr>
          <p:cNvSpPr>
            <a:spLocks xmlns:a="http://schemas.openxmlformats.org/drawingml/2006/main" noGrp="1"/>
          </p:cNvSpPr>
          <p:nvPr/>
        </p:nvSpPr>
        <p:spPr>
          <a:xfrm xmlns:a="http://schemas.openxmlformats.org/drawingml/2006/main">
            <a:off x="5524500" y="2190750"/>
            <a:ext cx="4667250" cy="3543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292929"/>
                </a:solidFill>
                <a:latin typeface="KoPubDotum"/>
                <a:ea typeface="KoPubDotum"/>
                <a:cs typeface="KoPubDotum"/>
              </a:defRPr>
            </a:defPPr>
          </a:lstStyle>
          <a:p xmlns:a="http://schemas.openxmlformats.org/drawingml/2006/main">
            <a:pPr algn="l">
              <a:lnSpc>
                <a:spcPct val="116000"/>
              </a:lnSpc>
              <a:buNone/>
              <a:defRPr sz="1800" b="1">
                <a:solidFill>
                  <a:srgbClr val="292929"/>
                </a:solidFill>
                <a:latin typeface="KoPubDotum"/>
                <a:ea typeface="KoPubDotum"/>
                <a:cs typeface="KoPubDotum"/>
              </a:defRPr>
            </a:pPr>
            <a:r>
              <a:rPr sz="1800" b="1">
                <a:solidFill>
                  <a:srgbClr val="292929"/>
                </a:solidFill>
                <a:latin typeface="KoPubDotum"/>
                <a:ea typeface="KoPubDotum"/>
                <a:cs typeface="KoPubDotum"/>
              </a:rPr>
              <a:t>포트와 읽을 값</a:t>
            </a:r>
          </a:p>
        </p:txBody>
      </p:sp>
      <p:sp>
        <p:nvSpPr>
          <p:cNvPr id="5" name="컬러 D: 색상과 반사광&#10;힘 C: 눌림&#10;거리 B: 거리(c">
            <a:extLst xmlns:a="http://schemas.openxmlformats.org/drawingml/2006/main">
              <a:ext uri="{FF2B5EF4-FFF2-40B4-BE49-F238E27FC236}">
                <a16:creationId xmlns:a16="http://schemas.microsoft.com/office/drawing/2014/main" id="{D449E4C7-D1F0-4069-8FAD-AEA2155854E5}"/>
              </a:ext>
            </a:extLst>
          </p:cNvPr>
          <p:cNvSpPr>
            <a:spLocks xmlns:a="http://schemas.openxmlformats.org/drawingml/2006/main" noGrp="1"/>
          </p:cNvSpPr>
          <p:nvPr/>
        </p:nvSpPr>
        <p:spPr>
          <a:xfrm xmlns:a="http://schemas.openxmlformats.org/drawingml/2006/main">
            <a:off x="5524500" y="2602230"/>
            <a:ext cx="4667250" cy="130149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292929"/>
                </a:solidFill>
                <a:latin typeface="KoPubDotum"/>
                <a:ea typeface="KoPubDotum"/>
                <a:cs typeface="KoPubDotum"/>
              </a:defRPr>
            </a:defPPr>
          </a:lstStyle>
          <a:p xmlns:a="http://schemas.openxmlformats.org/drawingml/2006/main">
            <a:pPr algn="l">
              <a:lnSpc>
                <a:spcPct val="116000"/>
              </a:lnSpc>
              <a:buNone/>
              <a:defRPr sz="1800" b="0">
                <a:solidFill>
                  <a:srgbClr val="292929"/>
                </a:solidFill>
                <a:latin typeface="KoPubDotum"/>
                <a:ea typeface="KoPubDotum"/>
                <a:cs typeface="KoPubDotum"/>
              </a:defRPr>
            </a:pPr>
            <a:r>
              <a:rPr sz="1800" b="0">
                <a:solidFill>
                  <a:srgbClr val="292929"/>
                </a:solidFill>
                <a:latin typeface="KoPubDotum"/>
                <a:ea typeface="KoPubDotum"/>
                <a:cs typeface="KoPubDotum"/>
              </a:rPr>
              <a:t>컬러 D: 색상과 반사광</a:t>
            </a:r>
          </a:p>
          <a:p xmlns:a="http://schemas.openxmlformats.org/drawingml/2006/main">
            <a:pPr algn="l">
              <a:lnSpc>
                <a:spcPct val="116000"/>
              </a:lnSpc>
              <a:buNone/>
              <a:defRPr sz="1800" b="0">
                <a:solidFill>
                  <a:srgbClr val="292929"/>
                </a:solidFill>
                <a:latin typeface="KoPubDotum"/>
                <a:ea typeface="KoPubDotum"/>
                <a:cs typeface="KoPubDotum"/>
              </a:defRPr>
            </a:pPr>
            <a:r>
              <a:rPr sz="1800" b="0">
                <a:solidFill>
                  <a:srgbClr val="292929"/>
                </a:solidFill>
                <a:latin typeface="KoPubDotum"/>
                <a:ea typeface="KoPubDotum"/>
                <a:cs typeface="KoPubDotum"/>
              </a:rPr>
              <a:t>힘 C: 눌림</a:t>
            </a:r>
          </a:p>
          <a:p xmlns:a="http://schemas.openxmlformats.org/drawingml/2006/main">
            <a:pPr algn="l">
              <a:lnSpc>
                <a:spcPct val="116000"/>
              </a:lnSpc>
              <a:buNone/>
              <a:defRPr sz="1800" b="0">
                <a:solidFill>
                  <a:srgbClr val="292929"/>
                </a:solidFill>
                <a:latin typeface="KoPubDotum"/>
                <a:ea typeface="KoPubDotum"/>
                <a:cs typeface="KoPubDotum"/>
              </a:defRPr>
            </a:pPr>
            <a:r>
              <a:rPr sz="1800" b="0">
                <a:solidFill>
                  <a:srgbClr val="292929"/>
                </a:solidFill>
                <a:latin typeface="KoPubDotum"/>
                <a:ea typeface="KoPubDotum"/>
                <a:cs typeface="KoPubDotum"/>
              </a:rPr>
              <a:t>거리 B: 거리(cm)</a:t>
            </a:r>
          </a:p>
          <a:p xmlns:a="http://schemas.openxmlformats.org/drawingml/2006/main">
            <a:pPr algn="l">
              <a:lnSpc>
                <a:spcPct val="116000"/>
              </a:lnSpc>
              <a:buNone/>
              <a:defRPr sz="1800" b="0">
                <a:solidFill>
                  <a:srgbClr val="292929"/>
                </a:solidFill>
                <a:latin typeface="KoPubDotum"/>
                <a:ea typeface="KoPubDotum"/>
                <a:cs typeface="KoPubDotum"/>
              </a:defRPr>
            </a:pPr>
            <a:r>
              <a:rPr sz="1800" b="0">
                <a:solidFill>
                  <a:srgbClr val="292929"/>
                </a:solidFill>
                <a:latin typeface="KoPubDotum"/>
                <a:ea typeface="KoPubDotum"/>
                <a:cs typeface="KoPubDotum"/>
              </a:rPr>
              <a:t>허브: 요 각도(°)</a:t>
            </a:r>
          </a:p>
        </p:txBody>
      </p:sp>
      <p:sp>
        <p:nvSpPr>
          <p:cNvPr id="6" name="단위 확인">
            <a:extLst xmlns:a="http://schemas.openxmlformats.org/drawingml/2006/main">
              <a:ext uri="{FF2B5EF4-FFF2-40B4-BE49-F238E27FC236}">
                <a16:creationId xmlns:a16="http://schemas.microsoft.com/office/drawing/2014/main" id="{526715A2-D6F6-452F-834D-1DB56E708D31}"/>
              </a:ext>
            </a:extLst>
          </p:cNvPr>
          <p:cNvSpPr>
            <a:spLocks xmlns:a="http://schemas.openxmlformats.org/drawingml/2006/main" noGrp="1"/>
          </p:cNvSpPr>
          <p:nvPr/>
        </p:nvSpPr>
        <p:spPr>
          <a:xfrm xmlns:a="http://schemas.openxmlformats.org/drawingml/2006/main">
            <a:off x="5524500" y="4132326"/>
            <a:ext cx="4667250" cy="3543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292929"/>
                </a:solidFill>
                <a:latin typeface="KoPubDotum"/>
                <a:ea typeface="KoPubDotum"/>
                <a:cs typeface="KoPubDotum"/>
              </a:defRPr>
            </a:defPPr>
          </a:lstStyle>
          <a:p xmlns:a="http://schemas.openxmlformats.org/drawingml/2006/main">
            <a:pPr algn="l">
              <a:lnSpc>
                <a:spcPct val="116000"/>
              </a:lnSpc>
              <a:buNone/>
              <a:defRPr sz="1800" b="1">
                <a:solidFill>
                  <a:srgbClr val="292929"/>
                </a:solidFill>
                <a:latin typeface="KoPubDotum"/>
                <a:ea typeface="KoPubDotum"/>
                <a:cs typeface="KoPubDotum"/>
              </a:defRPr>
            </a:pPr>
            <a:r>
              <a:rPr sz="1800" b="1">
                <a:solidFill>
                  <a:srgbClr val="292929"/>
                </a:solidFill>
                <a:latin typeface="KoPubDotum"/>
                <a:ea typeface="KoPubDotum"/>
                <a:cs typeface="KoPubDotum"/>
              </a:rPr>
              <a:t>단위 확인</a:t>
            </a:r>
          </a:p>
        </p:txBody>
      </p:sp>
      <p:sp>
        <p:nvSpPr>
          <p:cNvPr id="7" name="거리 블록의 단위 메뉴에서 cm를 고릅니다.&#10;Python으">
            <a:extLst xmlns:a="http://schemas.openxmlformats.org/drawingml/2006/main">
              <a:ext uri="{FF2B5EF4-FFF2-40B4-BE49-F238E27FC236}">
                <a16:creationId xmlns:a16="http://schemas.microsoft.com/office/drawing/2014/main" id="{1548B335-E937-431C-83EA-9D6EB4EDEC76}"/>
              </a:ext>
            </a:extLst>
          </p:cNvPr>
          <p:cNvSpPr>
            <a:spLocks xmlns:a="http://schemas.openxmlformats.org/drawingml/2006/main" noGrp="1"/>
          </p:cNvSpPr>
          <p:nvPr/>
        </p:nvSpPr>
        <p:spPr>
          <a:xfrm xmlns:a="http://schemas.openxmlformats.org/drawingml/2006/main">
            <a:off x="5524500" y="4543806"/>
            <a:ext cx="4667250" cy="68884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292929"/>
                </a:solidFill>
                <a:latin typeface="KoPubDotum"/>
                <a:ea typeface="KoPubDotum"/>
                <a:cs typeface="KoPubDotum"/>
              </a:defRPr>
            </a:defPPr>
          </a:lstStyle>
          <a:p xmlns:a="http://schemas.openxmlformats.org/drawingml/2006/main">
            <a:pPr algn="l">
              <a:lnSpc>
                <a:spcPct val="116000"/>
              </a:lnSpc>
              <a:buNone/>
              <a:defRPr sz="1800" b="0">
                <a:solidFill>
                  <a:srgbClr val="292929"/>
                </a:solidFill>
                <a:latin typeface="KoPubDotum"/>
                <a:ea typeface="KoPubDotum"/>
                <a:cs typeface="KoPubDotum"/>
              </a:defRPr>
            </a:pPr>
            <a:r>
              <a:rPr sz="1800" b="0">
                <a:solidFill>
                  <a:srgbClr val="292929"/>
                </a:solidFill>
                <a:latin typeface="KoPubDotum"/>
                <a:ea typeface="KoPubDotum"/>
                <a:cs typeface="KoPubDotum"/>
              </a:rPr>
              <a:t>거리 블록의 단위 메뉴에서 cm를 고릅니다.</a:t>
            </a:r>
          </a:p>
          <a:p xmlns:a="http://schemas.openxmlformats.org/drawingml/2006/main">
            <a:pPr algn="l">
              <a:lnSpc>
                <a:spcPct val="116000"/>
              </a:lnSpc>
              <a:buNone/>
              <a:defRPr sz="1800" b="0">
                <a:solidFill>
                  <a:srgbClr val="292929"/>
                </a:solidFill>
                <a:latin typeface="KoPubDotum"/>
                <a:ea typeface="KoPubDotum"/>
                <a:cs typeface="KoPubDotum"/>
              </a:defRPr>
            </a:pPr>
            <a:r>
              <a:rPr sz="1800" b="0">
                <a:solidFill>
                  <a:srgbClr val="292929"/>
                </a:solidFill>
                <a:latin typeface="KoPubDotum"/>
                <a:ea typeface="KoPubDotum"/>
                <a:cs typeface="KoPubDotum"/>
              </a:rPr>
              <a:t>Python으로 옮길 때는 mm로 바꿉니다.</a:t>
            </a:r>
          </a:p>
        </p:txBody>
      </p:sp>
    </p:spTree>
    <p:extLst>
      <p:ext uri="{BB962C8B-B14F-4D97-AF65-F5344CB8AC3E}">
        <p14:creationId xmlns:p14="http://schemas.microsoft.com/office/powerpoint/2010/main" val="1518587697"/>
      </p:ext>
    </p:extLst>
  </p:cSld>
</p:sld>
</file>

<file path=ppt/slides/slide31.xml><?xml version="1.0" encoding="utf-8"?>
<p:sld xmlns:p="http://schemas.openxmlformats.org/presentationml/2006/main">
  <p:cSld>
    <p:spTree>
      <p:nvGrpSpPr>
        <p:cNvPr id="1" name=""/>
        <p:cNvGrpSpPr/>
        <p:nvPr/>
      </p:nvGrpSpPr>
      <p:grpSpPr>
        <a:xfrm xmlns:a="http://schemas.openxmlformats.org/drawingml/2006/main"/>
      </p:grpSpPr>
      <p:sp>
        <p:nvSpPr>
          <p:cNvPr id="10" name="힘센서를 누르면 출발">
            <a:extLst xmlns:a="http://schemas.openxmlformats.org/drawingml/2006/main">
              <a:ext uri="{FF2B5EF4-FFF2-40B4-BE49-F238E27FC236}">
                <a16:creationId xmlns:a16="http://schemas.microsoft.com/office/drawing/2014/main" id="{5D22DAA7-E04B-4DEF-89C3-EDA8DDF3FC1E}"/>
              </a:ext>
            </a:extLst>
          </p:cNvPr>
          <p:cNvSpPr>
            <a:spLocks xmlns:a="http://schemas.openxmlformats.org/drawingml/2006/main" noGrp="1"/>
          </p:cNvSpPr>
          <p:nvPr/>
        </p:nvSpPr>
        <p:spPr>
          <a:xfrm xmlns:a="http://schemas.openxmlformats.org/drawingml/2006/main">
            <a:off x="476250" y="1428750"/>
            <a:ext cx="9739313"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292929"/>
                </a:solidFill>
                <a:latin typeface="KoPubDotum"/>
                <a:ea typeface="KoPubDotum"/>
                <a:cs typeface="KoPubDotum"/>
              </a:defRPr>
            </a:defPPr>
          </a:lstStyle>
          <a:p xmlns:a="http://schemas.openxmlformats.org/drawingml/2006/main">
            <a:pPr algn="l">
              <a:lnSpc>
                <a:spcPct val="116000"/>
              </a:lnSpc>
              <a:buNone/>
              <a:defRPr sz="1950" b="0">
                <a:solidFill>
                  <a:srgbClr val="292929"/>
                </a:solidFill>
                <a:latin typeface="KoPubDotum"/>
                <a:ea typeface="KoPubDotum"/>
                <a:cs typeface="KoPubDotum"/>
              </a:defRPr>
            </a:pPr>
            <a:r>
              <a:rPr sz="1950" b="0">
                <a:solidFill>
                  <a:srgbClr val="292929"/>
                </a:solidFill>
                <a:latin typeface="KoPubDotum"/>
                <a:ea typeface="KoPubDotum"/>
                <a:cs typeface="KoPubDotum"/>
              </a:rPr>
              <a:t>힘센서를 누르면 출발</a:t>
            </a:r>
          </a:p>
        </p:txBody>
      </p:sp>
      <p:sp>
        <p:nvSpPr>
          <p:cNvPr id="2" name="31">
            <a:extLst xmlns:a="http://schemas.openxmlformats.org/drawingml/2006/main">
              <a:ext uri="{FF2B5EF4-FFF2-40B4-BE49-F238E27FC236}">
                <a16:creationId xmlns:a16="http://schemas.microsoft.com/office/drawing/2014/main" id="{7F710D6F-E0D3-438A-AC65-721429CF9886}"/>
              </a:ext>
            </a:extLst>
          </p:cNvPr>
          <p:cNvSpPr>
            <a:spLocks xmlns:a="http://schemas.openxmlformats.org/drawingml/2006/main" noGrp="1"/>
          </p:cNvSpPr>
          <p:nvPr/>
        </p:nvSpPr>
        <p:spPr>
          <a:xfrm xmlns:a="http://schemas.openxmlformats.org/drawingml/2006/main">
            <a:off x="5107782" y="7064375"/>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50" b="0">
                <a:solidFill>
                  <a:srgbClr val="5A554E"/>
                </a:solidFill>
                <a:latin typeface="KoPubDotum"/>
                <a:ea typeface="KoPubDotum"/>
                <a:cs typeface="KoPubDotum"/>
              </a:defRPr>
            </a:defPPr>
          </a:lstStyle>
          <a:p xmlns:a="http://schemas.openxmlformats.org/drawingml/2006/main">
            <a:pPr algn="ctr">
              <a:lnSpc>
                <a:spcPct val="116000"/>
              </a:lnSpc>
              <a:buNone/>
              <a:defRPr sz="1050" b="0">
                <a:solidFill>
                  <a:srgbClr val="5A554E"/>
                </a:solidFill>
                <a:latin typeface="KoPubDotum"/>
                <a:ea typeface="KoPubDotum"/>
                <a:cs typeface="KoPubDotum"/>
              </a:defRPr>
            </a:pPr>
            <a:r>
              <a:rPr sz="1050" b="0">
                <a:solidFill>
                  <a:srgbClr val="5A554E"/>
                </a:solidFill>
                <a:latin typeface="KoPubDotum"/>
                <a:ea typeface="KoPubDotum"/>
                <a:cs typeface="KoPubDotum"/>
              </a:rPr>
              <a:t>31</a:t>
            </a:r>
          </a:p>
        </p:txBody>
      </p:sp>
      <p:pic>
        <p:nvPicPr>
          <p:cNvPr id="3" name="">
            <a:extLst xmlns:a="http://schemas.openxmlformats.org/drawingml/2006/main">
              <a:ext uri="{FF2B5EF4-FFF2-40B4-BE49-F238E27FC236}">
                <a16:creationId xmlns:a16="http://schemas.microsoft.com/office/drawing/2014/main" id="{B2526B5A-B188-4390-B8DB-20D682D1AE47}"/>
              </a:ext>
            </a:extLst>
          </p:cNvPr>
          <p:cNvPicPr>
            <a:picLocks xmlns:a="http://schemas.openxmlformats.org/drawingml/2006/main" noChangeAspect="1"/>
          </p:cNvPicPr>
          <p:nvPr/>
        </p:nvPicPr>
        <p:blipFill>
          <a:blip xmlns:r="http://schemas.openxmlformats.org/officeDocument/2006/relationships" xmlns:a="http://schemas.openxmlformats.org/drawingml/2006/main" r:embed="Rd5ce73bca0b44f6a"/>
          <a:stretch xmlns:a="http://schemas.openxmlformats.org/drawingml/2006/main"/>
        </p:blipFill>
        <p:spPr>
          <a:xfrm xmlns:a="http://schemas.openxmlformats.org/drawingml/2006/main">
            <a:off x="476250" y="2047875"/>
            <a:ext cx="6191250" cy="4626640"/>
          </a:xfrm>
          <a:prstGeom xmlns:a="http://schemas.openxmlformats.org/drawingml/2006/main" prst="rect">
            <a:avLst/>
          </a:prstGeom>
        </p:spPr>
      </p:pic>
      <p:sp>
        <p:nvSpPr>
          <p:cNvPr id="4" name="누르기 전">
            <a:extLst xmlns:a="http://schemas.openxmlformats.org/drawingml/2006/main">
              <a:ext uri="{FF2B5EF4-FFF2-40B4-BE49-F238E27FC236}">
                <a16:creationId xmlns:a16="http://schemas.microsoft.com/office/drawing/2014/main" id="{F57C6C23-7B2B-46DC-A1DC-2D82C67CBF3B}"/>
              </a:ext>
            </a:extLst>
          </p:cNvPr>
          <p:cNvSpPr>
            <a:spLocks xmlns:a="http://schemas.openxmlformats.org/drawingml/2006/main" noGrp="1"/>
          </p:cNvSpPr>
          <p:nvPr/>
        </p:nvSpPr>
        <p:spPr>
          <a:xfrm xmlns:a="http://schemas.openxmlformats.org/drawingml/2006/main">
            <a:off x="7048500" y="2190750"/>
            <a:ext cx="3167063" cy="3543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292929"/>
                </a:solidFill>
                <a:latin typeface="KoPubDotum"/>
                <a:ea typeface="KoPubDotum"/>
                <a:cs typeface="KoPubDotum"/>
              </a:defRPr>
            </a:defPPr>
          </a:lstStyle>
          <a:p xmlns:a="http://schemas.openxmlformats.org/drawingml/2006/main">
            <a:pPr algn="l">
              <a:lnSpc>
                <a:spcPct val="116000"/>
              </a:lnSpc>
              <a:buNone/>
              <a:defRPr sz="1800" b="1">
                <a:solidFill>
                  <a:srgbClr val="292929"/>
                </a:solidFill>
                <a:latin typeface="KoPubDotum"/>
                <a:ea typeface="KoPubDotum"/>
                <a:cs typeface="KoPubDotum"/>
              </a:defRPr>
            </a:pPr>
            <a:r>
              <a:rPr sz="1800" b="1">
                <a:solidFill>
                  <a:srgbClr val="292929"/>
                </a:solidFill>
                <a:latin typeface="KoPubDotum"/>
                <a:ea typeface="KoPubDotum"/>
                <a:cs typeface="KoPubDotum"/>
              </a:rPr>
              <a:t>누르기 전</a:t>
            </a:r>
          </a:p>
        </p:txBody>
      </p:sp>
      <p:sp>
        <p:nvSpPr>
          <p:cNvPr id="5" name="C 힘센서가 눌릴 때까지&#10;기다립니다.">
            <a:extLst xmlns:a="http://schemas.openxmlformats.org/drawingml/2006/main">
              <a:ext uri="{FF2B5EF4-FFF2-40B4-BE49-F238E27FC236}">
                <a16:creationId xmlns:a16="http://schemas.microsoft.com/office/drawing/2014/main" id="{079C42E1-B50A-4141-8FA4-A47BD3873C9B}"/>
              </a:ext>
            </a:extLst>
          </p:cNvPr>
          <p:cNvSpPr>
            <a:spLocks xmlns:a="http://schemas.openxmlformats.org/drawingml/2006/main" noGrp="1"/>
          </p:cNvSpPr>
          <p:nvPr/>
        </p:nvSpPr>
        <p:spPr>
          <a:xfrm xmlns:a="http://schemas.openxmlformats.org/drawingml/2006/main">
            <a:off x="7048500" y="2602230"/>
            <a:ext cx="3167063" cy="68884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292929"/>
                </a:solidFill>
                <a:latin typeface="KoPubDotum"/>
                <a:ea typeface="KoPubDotum"/>
                <a:cs typeface="KoPubDotum"/>
              </a:defRPr>
            </a:defPPr>
          </a:lstStyle>
          <a:p xmlns:a="http://schemas.openxmlformats.org/drawingml/2006/main">
            <a:pPr algn="l">
              <a:lnSpc>
                <a:spcPct val="116000"/>
              </a:lnSpc>
              <a:buNone/>
              <a:defRPr sz="1800" b="0">
                <a:solidFill>
                  <a:srgbClr val="292929"/>
                </a:solidFill>
                <a:latin typeface="KoPubDotum"/>
                <a:ea typeface="KoPubDotum"/>
                <a:cs typeface="KoPubDotum"/>
              </a:defRPr>
            </a:pPr>
            <a:r>
              <a:rPr sz="1800" b="0">
                <a:solidFill>
                  <a:srgbClr val="292929"/>
                </a:solidFill>
                <a:latin typeface="KoPubDotum"/>
                <a:ea typeface="KoPubDotum"/>
                <a:cs typeface="KoPubDotum"/>
              </a:rPr>
              <a:t>C 힘센서가 눌릴 때까지</a:t>
            </a:r>
          </a:p>
          <a:p xmlns:a="http://schemas.openxmlformats.org/drawingml/2006/main">
            <a:pPr algn="l">
              <a:lnSpc>
                <a:spcPct val="116000"/>
              </a:lnSpc>
              <a:buNone/>
              <a:defRPr sz="1800" b="0">
                <a:solidFill>
                  <a:srgbClr val="292929"/>
                </a:solidFill>
                <a:latin typeface="KoPubDotum"/>
                <a:ea typeface="KoPubDotum"/>
                <a:cs typeface="KoPubDotum"/>
              </a:defRPr>
            </a:pPr>
            <a:r>
              <a:rPr sz="1800" b="0">
                <a:solidFill>
                  <a:srgbClr val="292929"/>
                </a:solidFill>
                <a:latin typeface="KoPubDotum"/>
                <a:ea typeface="KoPubDotum"/>
                <a:cs typeface="KoPubDotum"/>
              </a:rPr>
              <a:t>기다립니다.</a:t>
            </a:r>
          </a:p>
        </p:txBody>
      </p:sp>
      <p:sp>
        <p:nvSpPr>
          <p:cNvPr id="6" name="누른 뒤">
            <a:extLst xmlns:a="http://schemas.openxmlformats.org/drawingml/2006/main">
              <a:ext uri="{FF2B5EF4-FFF2-40B4-BE49-F238E27FC236}">
                <a16:creationId xmlns:a16="http://schemas.microsoft.com/office/drawing/2014/main" id="{060E3354-4B67-40D2-A43B-245BAC7B3ADC}"/>
              </a:ext>
            </a:extLst>
          </p:cNvPr>
          <p:cNvSpPr>
            <a:spLocks xmlns:a="http://schemas.openxmlformats.org/drawingml/2006/main" noGrp="1"/>
          </p:cNvSpPr>
          <p:nvPr/>
        </p:nvSpPr>
        <p:spPr>
          <a:xfrm xmlns:a="http://schemas.openxmlformats.org/drawingml/2006/main">
            <a:off x="7048500" y="3500628"/>
            <a:ext cx="3167063" cy="3543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292929"/>
                </a:solidFill>
                <a:latin typeface="KoPubDotum"/>
                <a:ea typeface="KoPubDotum"/>
                <a:cs typeface="KoPubDotum"/>
              </a:defRPr>
            </a:defPPr>
          </a:lstStyle>
          <a:p xmlns:a="http://schemas.openxmlformats.org/drawingml/2006/main">
            <a:pPr algn="l">
              <a:lnSpc>
                <a:spcPct val="116000"/>
              </a:lnSpc>
              <a:buNone/>
              <a:defRPr sz="1800" b="1">
                <a:solidFill>
                  <a:srgbClr val="292929"/>
                </a:solidFill>
                <a:latin typeface="KoPubDotum"/>
                <a:ea typeface="KoPubDotum"/>
                <a:cs typeface="KoPubDotum"/>
              </a:defRPr>
            </a:pPr>
            <a:r>
              <a:rPr sz="1800" b="1">
                <a:solidFill>
                  <a:srgbClr val="292929"/>
                </a:solidFill>
                <a:latin typeface="KoPubDotum"/>
                <a:ea typeface="KoPubDotum"/>
                <a:cs typeface="KoPubDotum"/>
              </a:rPr>
              <a:t>누른 뒤</a:t>
            </a:r>
          </a:p>
        </p:txBody>
      </p:sp>
      <p:sp>
        <p:nvSpPr>
          <p:cNvPr id="7" name="앞으로 1초 주행하고&#10;멈춥니다.">
            <a:extLst xmlns:a="http://schemas.openxmlformats.org/drawingml/2006/main">
              <a:ext uri="{FF2B5EF4-FFF2-40B4-BE49-F238E27FC236}">
                <a16:creationId xmlns:a16="http://schemas.microsoft.com/office/drawing/2014/main" id="{127D8BD6-FFA9-4A8E-8789-7D50387264C3}"/>
              </a:ext>
            </a:extLst>
          </p:cNvPr>
          <p:cNvSpPr>
            <a:spLocks xmlns:a="http://schemas.openxmlformats.org/drawingml/2006/main" noGrp="1"/>
          </p:cNvSpPr>
          <p:nvPr/>
        </p:nvSpPr>
        <p:spPr>
          <a:xfrm xmlns:a="http://schemas.openxmlformats.org/drawingml/2006/main">
            <a:off x="7048500" y="3912108"/>
            <a:ext cx="3167063" cy="68884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292929"/>
                </a:solidFill>
                <a:latin typeface="KoPubDotum"/>
                <a:ea typeface="KoPubDotum"/>
                <a:cs typeface="KoPubDotum"/>
              </a:defRPr>
            </a:defPPr>
          </a:lstStyle>
          <a:p xmlns:a="http://schemas.openxmlformats.org/drawingml/2006/main">
            <a:pPr algn="l">
              <a:lnSpc>
                <a:spcPct val="116000"/>
              </a:lnSpc>
              <a:buNone/>
              <a:defRPr sz="1800" b="0">
                <a:solidFill>
                  <a:srgbClr val="292929"/>
                </a:solidFill>
                <a:latin typeface="KoPubDotum"/>
                <a:ea typeface="KoPubDotum"/>
                <a:cs typeface="KoPubDotum"/>
              </a:defRPr>
            </a:pPr>
            <a:r>
              <a:rPr sz="1800" b="0">
                <a:solidFill>
                  <a:srgbClr val="292929"/>
                </a:solidFill>
                <a:latin typeface="KoPubDotum"/>
                <a:ea typeface="KoPubDotum"/>
                <a:cs typeface="KoPubDotum"/>
              </a:rPr>
              <a:t>앞으로 1초 주행하고</a:t>
            </a:r>
          </a:p>
          <a:p xmlns:a="http://schemas.openxmlformats.org/drawingml/2006/main">
            <a:pPr algn="l">
              <a:lnSpc>
                <a:spcPct val="116000"/>
              </a:lnSpc>
              <a:buNone/>
              <a:defRPr sz="1800" b="0">
                <a:solidFill>
                  <a:srgbClr val="292929"/>
                </a:solidFill>
                <a:latin typeface="KoPubDotum"/>
                <a:ea typeface="KoPubDotum"/>
                <a:cs typeface="KoPubDotum"/>
              </a:defRPr>
            </a:pPr>
            <a:r>
              <a:rPr sz="1800" b="0">
                <a:solidFill>
                  <a:srgbClr val="292929"/>
                </a:solidFill>
                <a:latin typeface="KoPubDotum"/>
                <a:ea typeface="KoPubDotum"/>
                <a:cs typeface="KoPubDotum"/>
              </a:rPr>
              <a:t>멈춥니다.</a:t>
            </a:r>
          </a:p>
        </p:txBody>
      </p:sp>
      <p:sp>
        <p:nvSpPr>
          <p:cNvPr id="8" name="다시 누르면?">
            <a:extLst xmlns:a="http://schemas.openxmlformats.org/drawingml/2006/main">
              <a:ext uri="{FF2B5EF4-FFF2-40B4-BE49-F238E27FC236}">
                <a16:creationId xmlns:a16="http://schemas.microsoft.com/office/drawing/2014/main" id="{1BB92E6E-88A4-4D94-88B0-1C4F1255B8CB}"/>
              </a:ext>
            </a:extLst>
          </p:cNvPr>
          <p:cNvSpPr>
            <a:spLocks xmlns:a="http://schemas.openxmlformats.org/drawingml/2006/main" noGrp="1"/>
          </p:cNvSpPr>
          <p:nvPr/>
        </p:nvSpPr>
        <p:spPr>
          <a:xfrm xmlns:a="http://schemas.openxmlformats.org/drawingml/2006/main">
            <a:off x="7048500" y="4810506"/>
            <a:ext cx="3167063" cy="3543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292929"/>
                </a:solidFill>
                <a:latin typeface="KoPubDotum"/>
                <a:ea typeface="KoPubDotum"/>
                <a:cs typeface="KoPubDotum"/>
              </a:defRPr>
            </a:defPPr>
          </a:lstStyle>
          <a:p xmlns:a="http://schemas.openxmlformats.org/drawingml/2006/main">
            <a:pPr algn="l">
              <a:lnSpc>
                <a:spcPct val="116000"/>
              </a:lnSpc>
              <a:buNone/>
              <a:defRPr sz="1800" b="1">
                <a:solidFill>
                  <a:srgbClr val="292929"/>
                </a:solidFill>
                <a:latin typeface="KoPubDotum"/>
                <a:ea typeface="KoPubDotum"/>
                <a:cs typeface="KoPubDotum"/>
              </a:defRPr>
            </a:pPr>
            <a:r>
              <a:rPr sz="1800" b="1">
                <a:solidFill>
                  <a:srgbClr val="292929"/>
                </a:solidFill>
                <a:latin typeface="KoPubDotum"/>
                <a:ea typeface="KoPubDotum"/>
                <a:cs typeface="KoPubDotum"/>
              </a:rPr>
              <a:t>다시 누르면?</a:t>
            </a:r>
          </a:p>
        </p:txBody>
      </p:sp>
      <p:sp>
        <p:nvSpPr>
          <p:cNvPr id="9" name="이 코드는 한 번 실행하고&#10;끝납니다.&#10;다시 시험하려면 실행">
            <a:extLst xmlns:a="http://schemas.openxmlformats.org/drawingml/2006/main">
              <a:ext uri="{FF2B5EF4-FFF2-40B4-BE49-F238E27FC236}">
                <a16:creationId xmlns:a16="http://schemas.microsoft.com/office/drawing/2014/main" id="{1BB80684-F9BE-4C6C-8470-DBB64F590E06}"/>
              </a:ext>
            </a:extLst>
          </p:cNvPr>
          <p:cNvSpPr>
            <a:spLocks xmlns:a="http://schemas.openxmlformats.org/drawingml/2006/main" noGrp="1"/>
          </p:cNvSpPr>
          <p:nvPr/>
        </p:nvSpPr>
        <p:spPr>
          <a:xfrm xmlns:a="http://schemas.openxmlformats.org/drawingml/2006/main">
            <a:off x="7048500" y="5221986"/>
            <a:ext cx="3167063" cy="130149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292929"/>
                </a:solidFill>
                <a:latin typeface="KoPubDotum"/>
                <a:ea typeface="KoPubDotum"/>
                <a:cs typeface="KoPubDotum"/>
              </a:defRPr>
            </a:defPPr>
          </a:lstStyle>
          <a:p xmlns:a="http://schemas.openxmlformats.org/drawingml/2006/main">
            <a:pPr algn="l">
              <a:lnSpc>
                <a:spcPct val="116000"/>
              </a:lnSpc>
              <a:buNone/>
              <a:defRPr sz="1800" b="0">
                <a:solidFill>
                  <a:srgbClr val="292929"/>
                </a:solidFill>
                <a:latin typeface="KoPubDotum"/>
                <a:ea typeface="KoPubDotum"/>
                <a:cs typeface="KoPubDotum"/>
              </a:defRPr>
            </a:pPr>
            <a:r>
              <a:rPr sz="1800" b="0">
                <a:solidFill>
                  <a:srgbClr val="292929"/>
                </a:solidFill>
                <a:latin typeface="KoPubDotum"/>
                <a:ea typeface="KoPubDotum"/>
                <a:cs typeface="KoPubDotum"/>
              </a:rPr>
              <a:t>이 코드는 한 번 실행하고</a:t>
            </a:r>
          </a:p>
          <a:p xmlns:a="http://schemas.openxmlformats.org/drawingml/2006/main">
            <a:pPr algn="l">
              <a:lnSpc>
                <a:spcPct val="116000"/>
              </a:lnSpc>
              <a:buNone/>
              <a:defRPr sz="1800" b="0">
                <a:solidFill>
                  <a:srgbClr val="292929"/>
                </a:solidFill>
                <a:latin typeface="KoPubDotum"/>
                <a:ea typeface="KoPubDotum"/>
                <a:cs typeface="KoPubDotum"/>
              </a:defRPr>
            </a:pPr>
            <a:r>
              <a:rPr sz="1800" b="0">
                <a:solidFill>
                  <a:srgbClr val="292929"/>
                </a:solidFill>
                <a:latin typeface="KoPubDotum"/>
                <a:ea typeface="KoPubDotum"/>
                <a:cs typeface="KoPubDotum"/>
              </a:rPr>
              <a:t>끝납니다.</a:t>
            </a:r>
          </a:p>
          <a:p xmlns:a="http://schemas.openxmlformats.org/drawingml/2006/main">
            <a:pPr algn="l">
              <a:lnSpc>
                <a:spcPct val="116000"/>
              </a:lnSpc>
              <a:buNone/>
              <a:defRPr sz="1800" b="0">
                <a:solidFill>
                  <a:srgbClr val="292929"/>
                </a:solidFill>
                <a:latin typeface="KoPubDotum"/>
                <a:ea typeface="KoPubDotum"/>
                <a:cs typeface="KoPubDotum"/>
              </a:defRPr>
            </a:pPr>
            <a:r>
              <a:rPr sz="1800" b="0">
                <a:solidFill>
                  <a:srgbClr val="292929"/>
                </a:solidFill>
                <a:latin typeface="KoPubDotum"/>
                <a:ea typeface="KoPubDotum"/>
                <a:cs typeface="KoPubDotum"/>
              </a:rPr>
              <a:t>다시 시험하려면 실행 버튼을</a:t>
            </a:r>
          </a:p>
          <a:p xmlns:a="http://schemas.openxmlformats.org/drawingml/2006/main">
            <a:pPr algn="l">
              <a:lnSpc>
                <a:spcPct val="116000"/>
              </a:lnSpc>
              <a:buNone/>
              <a:defRPr sz="1800" b="0">
                <a:solidFill>
                  <a:srgbClr val="292929"/>
                </a:solidFill>
                <a:latin typeface="KoPubDotum"/>
                <a:ea typeface="KoPubDotum"/>
                <a:cs typeface="KoPubDotum"/>
              </a:defRPr>
            </a:pPr>
            <a:r>
              <a:rPr sz="1800" b="0">
                <a:solidFill>
                  <a:srgbClr val="292929"/>
                </a:solidFill>
                <a:latin typeface="KoPubDotum"/>
                <a:ea typeface="KoPubDotum"/>
                <a:cs typeface="KoPubDotum"/>
              </a:rPr>
              <a:t>누릅니다.</a:t>
            </a:r>
          </a:p>
        </p:txBody>
      </p:sp>
    </p:spTree>
    <p:extLst>
      <p:ext uri="{BB962C8B-B14F-4D97-AF65-F5344CB8AC3E}">
        <p14:creationId xmlns:p14="http://schemas.microsoft.com/office/powerpoint/2010/main" val="2128075581"/>
      </p:ext>
    </p:extLst>
  </p:cSld>
</p:sld>
</file>

<file path=ppt/slides/slide32.xml><?xml version="1.0" encoding="utf-8"?>
<p:sld xmlns:p="http://schemas.openxmlformats.org/presentationml/2006/main">
  <p:cSld>
    <p:spTree>
      <p:nvGrpSpPr>
        <p:cNvPr id="1" name=""/>
        <p:cNvGrpSpPr/>
        <p:nvPr/>
      </p:nvGrpSpPr>
      <p:grpSpPr>
        <a:xfrm xmlns:a="http://schemas.openxmlformats.org/drawingml/2006/main"/>
      </p:grpSpPr>
      <p:sp>
        <p:nvSpPr>
          <p:cNvPr id="8" name="장애물 앞에서 정지">
            <a:extLst xmlns:a="http://schemas.openxmlformats.org/drawingml/2006/main">
              <a:ext uri="{FF2B5EF4-FFF2-40B4-BE49-F238E27FC236}">
                <a16:creationId xmlns:a16="http://schemas.microsoft.com/office/drawing/2014/main" id="{0A21A455-846C-4C3F-8CDC-CCAD781E55ED}"/>
              </a:ext>
            </a:extLst>
          </p:cNvPr>
          <p:cNvSpPr>
            <a:spLocks xmlns:a="http://schemas.openxmlformats.org/drawingml/2006/main" noGrp="1"/>
          </p:cNvSpPr>
          <p:nvPr/>
        </p:nvSpPr>
        <p:spPr>
          <a:xfrm xmlns:a="http://schemas.openxmlformats.org/drawingml/2006/main">
            <a:off x="476250" y="1428750"/>
            <a:ext cx="9739313"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292929"/>
                </a:solidFill>
                <a:latin typeface="KoPubDotum"/>
                <a:ea typeface="KoPubDotum"/>
                <a:cs typeface="KoPubDotum"/>
              </a:defRPr>
            </a:defPPr>
          </a:lstStyle>
          <a:p xmlns:a="http://schemas.openxmlformats.org/drawingml/2006/main">
            <a:pPr algn="l">
              <a:lnSpc>
                <a:spcPct val="116000"/>
              </a:lnSpc>
              <a:buNone/>
              <a:defRPr sz="1950" b="0">
                <a:solidFill>
                  <a:srgbClr val="292929"/>
                </a:solidFill>
                <a:latin typeface="KoPubDotum"/>
                <a:ea typeface="KoPubDotum"/>
                <a:cs typeface="KoPubDotum"/>
              </a:defRPr>
            </a:pPr>
            <a:r>
              <a:rPr sz="1950" b="0">
                <a:solidFill>
                  <a:srgbClr val="292929"/>
                </a:solidFill>
                <a:latin typeface="KoPubDotum"/>
                <a:ea typeface="KoPubDotum"/>
                <a:cs typeface="KoPubDotum"/>
              </a:rPr>
              <a:t>장애물 앞에서 정지</a:t>
            </a:r>
          </a:p>
        </p:txBody>
      </p:sp>
      <p:sp>
        <p:nvSpPr>
          <p:cNvPr id="2" name="32">
            <a:extLst xmlns:a="http://schemas.openxmlformats.org/drawingml/2006/main">
              <a:ext uri="{FF2B5EF4-FFF2-40B4-BE49-F238E27FC236}">
                <a16:creationId xmlns:a16="http://schemas.microsoft.com/office/drawing/2014/main" id="{FA568E66-A577-4807-BAF4-1BC03E6335EE}"/>
              </a:ext>
            </a:extLst>
          </p:cNvPr>
          <p:cNvSpPr>
            <a:spLocks xmlns:a="http://schemas.openxmlformats.org/drawingml/2006/main" noGrp="1"/>
          </p:cNvSpPr>
          <p:nvPr/>
        </p:nvSpPr>
        <p:spPr>
          <a:xfrm xmlns:a="http://schemas.openxmlformats.org/drawingml/2006/main">
            <a:off x="5107782" y="7064375"/>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50" b="0">
                <a:solidFill>
                  <a:srgbClr val="5A554E"/>
                </a:solidFill>
                <a:latin typeface="KoPubDotum"/>
                <a:ea typeface="KoPubDotum"/>
                <a:cs typeface="KoPubDotum"/>
              </a:defRPr>
            </a:defPPr>
          </a:lstStyle>
          <a:p xmlns:a="http://schemas.openxmlformats.org/drawingml/2006/main">
            <a:pPr algn="ctr">
              <a:lnSpc>
                <a:spcPct val="116000"/>
              </a:lnSpc>
              <a:buNone/>
              <a:defRPr sz="1050" b="0">
                <a:solidFill>
                  <a:srgbClr val="5A554E"/>
                </a:solidFill>
                <a:latin typeface="KoPubDotum"/>
                <a:ea typeface="KoPubDotum"/>
                <a:cs typeface="KoPubDotum"/>
              </a:defRPr>
            </a:pPr>
            <a:r>
              <a:rPr sz="1050" b="0">
                <a:solidFill>
                  <a:srgbClr val="5A554E"/>
                </a:solidFill>
                <a:latin typeface="KoPubDotum"/>
                <a:ea typeface="KoPubDotum"/>
                <a:cs typeface="KoPubDotum"/>
              </a:rPr>
              <a:t>32</a:t>
            </a:r>
          </a:p>
        </p:txBody>
      </p:sp>
      <p:pic>
        <p:nvPicPr>
          <p:cNvPr id="3" name="">
            <a:extLst xmlns:a="http://schemas.openxmlformats.org/drawingml/2006/main">
              <a:ext uri="{FF2B5EF4-FFF2-40B4-BE49-F238E27FC236}">
                <a16:creationId xmlns:a16="http://schemas.microsoft.com/office/drawing/2014/main" id="{5774333D-D2AE-42A9-BFEA-0D22795EF578}"/>
              </a:ext>
            </a:extLst>
          </p:cNvPr>
          <p:cNvPicPr>
            <a:picLocks xmlns:a="http://schemas.openxmlformats.org/drawingml/2006/main" noChangeAspect="1"/>
          </p:cNvPicPr>
          <p:nvPr/>
        </p:nvPicPr>
        <p:blipFill>
          <a:blip xmlns:r="http://schemas.openxmlformats.org/officeDocument/2006/relationships" xmlns:a="http://schemas.openxmlformats.org/drawingml/2006/main" r:embed="R73b650b166b54a2a"/>
          <a:stretch xmlns:a="http://schemas.openxmlformats.org/drawingml/2006/main"/>
        </p:blipFill>
        <p:spPr>
          <a:xfrm xmlns:a="http://schemas.openxmlformats.org/drawingml/2006/main">
            <a:off x="476250" y="2047875"/>
            <a:ext cx="6191250" cy="3968328"/>
          </a:xfrm>
          <a:prstGeom xmlns:a="http://schemas.openxmlformats.org/drawingml/2006/main" prst="rect">
            <a:avLst/>
          </a:prstGeom>
        </p:spPr>
      </p:pic>
      <p:sp>
        <p:nvSpPr>
          <p:cNvPr id="4" name="책으로 시험">
            <a:extLst xmlns:a="http://schemas.openxmlformats.org/drawingml/2006/main">
              <a:ext uri="{FF2B5EF4-FFF2-40B4-BE49-F238E27FC236}">
                <a16:creationId xmlns:a16="http://schemas.microsoft.com/office/drawing/2014/main" id="{3724725C-25A0-4BED-8DB3-F3872F888C86}"/>
              </a:ext>
            </a:extLst>
          </p:cNvPr>
          <p:cNvSpPr>
            <a:spLocks xmlns:a="http://schemas.openxmlformats.org/drawingml/2006/main" noGrp="1"/>
          </p:cNvSpPr>
          <p:nvPr/>
        </p:nvSpPr>
        <p:spPr>
          <a:xfrm xmlns:a="http://schemas.openxmlformats.org/drawingml/2006/main">
            <a:off x="7048500" y="2190750"/>
            <a:ext cx="3167063" cy="3543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292929"/>
                </a:solidFill>
                <a:latin typeface="KoPubDotum"/>
                <a:ea typeface="KoPubDotum"/>
                <a:cs typeface="KoPubDotum"/>
              </a:defRPr>
            </a:defPPr>
          </a:lstStyle>
          <a:p xmlns:a="http://schemas.openxmlformats.org/drawingml/2006/main">
            <a:pPr algn="l">
              <a:lnSpc>
                <a:spcPct val="116000"/>
              </a:lnSpc>
              <a:buNone/>
              <a:defRPr sz="1800" b="1">
                <a:solidFill>
                  <a:srgbClr val="292929"/>
                </a:solidFill>
                <a:latin typeface="KoPubDotum"/>
                <a:ea typeface="KoPubDotum"/>
                <a:cs typeface="KoPubDotum"/>
              </a:defRPr>
            </a:pPr>
            <a:r>
              <a:rPr sz="1800" b="1">
                <a:solidFill>
                  <a:srgbClr val="292929"/>
                </a:solidFill>
                <a:latin typeface="KoPubDotum"/>
                <a:ea typeface="KoPubDotum"/>
                <a:cs typeface="KoPubDotum"/>
              </a:rPr>
              <a:t>책으로 시험</a:t>
            </a:r>
          </a:p>
        </p:txBody>
      </p:sp>
      <p:sp>
        <p:nvSpPr>
          <p:cNvPr id="5" name="센서가 볼 수 있게 넓은 책 표면을&#10;앞에 둡니다.&#10;30cm">
            <a:extLst xmlns:a="http://schemas.openxmlformats.org/drawingml/2006/main">
              <a:ext uri="{FF2B5EF4-FFF2-40B4-BE49-F238E27FC236}">
                <a16:creationId xmlns:a16="http://schemas.microsoft.com/office/drawing/2014/main" id="{F80280FC-1619-4324-8295-62475915211C}"/>
              </a:ext>
            </a:extLst>
          </p:cNvPr>
          <p:cNvSpPr>
            <a:spLocks xmlns:a="http://schemas.openxmlformats.org/drawingml/2006/main" noGrp="1"/>
          </p:cNvSpPr>
          <p:nvPr/>
        </p:nvSpPr>
        <p:spPr>
          <a:xfrm xmlns:a="http://schemas.openxmlformats.org/drawingml/2006/main">
            <a:off x="7048500" y="2602230"/>
            <a:ext cx="3167063" cy="130149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292929"/>
                </a:solidFill>
                <a:latin typeface="KoPubDotum"/>
                <a:ea typeface="KoPubDotum"/>
                <a:cs typeface="KoPubDotum"/>
              </a:defRPr>
            </a:defPPr>
          </a:lstStyle>
          <a:p xmlns:a="http://schemas.openxmlformats.org/drawingml/2006/main">
            <a:pPr algn="l">
              <a:lnSpc>
                <a:spcPct val="116000"/>
              </a:lnSpc>
              <a:buNone/>
              <a:defRPr sz="1800" b="0">
                <a:solidFill>
                  <a:srgbClr val="292929"/>
                </a:solidFill>
                <a:latin typeface="KoPubDotum"/>
                <a:ea typeface="KoPubDotum"/>
                <a:cs typeface="KoPubDotum"/>
              </a:defRPr>
            </a:pPr>
            <a:r>
              <a:rPr sz="1800" b="0">
                <a:solidFill>
                  <a:srgbClr val="292929"/>
                </a:solidFill>
                <a:latin typeface="KoPubDotum"/>
                <a:ea typeface="KoPubDotum"/>
                <a:cs typeface="KoPubDotum"/>
              </a:rPr>
              <a:t>센서가 볼 수 있게 넓은 책 표면을</a:t>
            </a:r>
          </a:p>
          <a:p xmlns:a="http://schemas.openxmlformats.org/drawingml/2006/main">
            <a:pPr algn="l">
              <a:lnSpc>
                <a:spcPct val="116000"/>
              </a:lnSpc>
              <a:buNone/>
              <a:defRPr sz="1800" b="0">
                <a:solidFill>
                  <a:srgbClr val="292929"/>
                </a:solidFill>
                <a:latin typeface="KoPubDotum"/>
                <a:ea typeface="KoPubDotum"/>
                <a:cs typeface="KoPubDotum"/>
              </a:defRPr>
            </a:pPr>
            <a:r>
              <a:rPr sz="1800" b="0">
                <a:solidFill>
                  <a:srgbClr val="292929"/>
                </a:solidFill>
                <a:latin typeface="KoPubDotum"/>
                <a:ea typeface="KoPubDotum"/>
                <a:cs typeface="KoPubDotum"/>
              </a:rPr>
              <a:t>앞에 둡니다.</a:t>
            </a:r>
          </a:p>
          <a:p xmlns:a="http://schemas.openxmlformats.org/drawingml/2006/main">
            <a:pPr algn="l">
              <a:lnSpc>
                <a:spcPct val="116000"/>
              </a:lnSpc>
              <a:buNone/>
              <a:defRPr sz="1800" b="0">
                <a:solidFill>
                  <a:srgbClr val="292929"/>
                </a:solidFill>
                <a:latin typeface="KoPubDotum"/>
                <a:ea typeface="KoPubDotum"/>
                <a:cs typeface="KoPubDotum"/>
              </a:defRPr>
            </a:pPr>
            <a:r>
              <a:rPr sz="1800" b="0">
                <a:solidFill>
                  <a:srgbClr val="292929"/>
                </a:solidFill>
                <a:latin typeface="KoPubDotum"/>
                <a:ea typeface="KoPubDotum"/>
                <a:cs typeface="KoPubDotum"/>
              </a:rPr>
              <a:t>30cm에서 출발해 실제 정지</a:t>
            </a:r>
          </a:p>
          <a:p xmlns:a="http://schemas.openxmlformats.org/drawingml/2006/main">
            <a:pPr algn="l">
              <a:lnSpc>
                <a:spcPct val="116000"/>
              </a:lnSpc>
              <a:buNone/>
              <a:defRPr sz="1800" b="0">
                <a:solidFill>
                  <a:srgbClr val="292929"/>
                </a:solidFill>
                <a:latin typeface="KoPubDotum"/>
                <a:ea typeface="KoPubDotum"/>
                <a:cs typeface="KoPubDotum"/>
              </a:defRPr>
            </a:pPr>
            <a:r>
              <a:rPr sz="1800" b="0">
                <a:solidFill>
                  <a:srgbClr val="292929"/>
                </a:solidFill>
                <a:latin typeface="KoPubDotum"/>
                <a:ea typeface="KoPubDotum"/>
                <a:cs typeface="KoPubDotum"/>
              </a:rPr>
              <a:t>거리를 잽니다.</a:t>
            </a:r>
          </a:p>
        </p:txBody>
      </p:sp>
      <p:sp>
        <p:nvSpPr>
          <p:cNvPr id="6" name="기준값 바꾸기">
            <a:extLst xmlns:a="http://schemas.openxmlformats.org/drawingml/2006/main">
              <a:ext uri="{FF2B5EF4-FFF2-40B4-BE49-F238E27FC236}">
                <a16:creationId xmlns:a16="http://schemas.microsoft.com/office/drawing/2014/main" id="{A6B40307-010D-4839-AC17-8457AAE3A0F5}"/>
              </a:ext>
            </a:extLst>
          </p:cNvPr>
          <p:cNvSpPr>
            <a:spLocks xmlns:a="http://schemas.openxmlformats.org/drawingml/2006/main" noGrp="1"/>
          </p:cNvSpPr>
          <p:nvPr/>
        </p:nvSpPr>
        <p:spPr>
          <a:xfrm xmlns:a="http://schemas.openxmlformats.org/drawingml/2006/main">
            <a:off x="7048500" y="4113276"/>
            <a:ext cx="3167063" cy="3543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292929"/>
                </a:solidFill>
                <a:latin typeface="KoPubDotum"/>
                <a:ea typeface="KoPubDotum"/>
                <a:cs typeface="KoPubDotum"/>
              </a:defRPr>
            </a:defPPr>
          </a:lstStyle>
          <a:p xmlns:a="http://schemas.openxmlformats.org/drawingml/2006/main">
            <a:pPr algn="l">
              <a:lnSpc>
                <a:spcPct val="116000"/>
              </a:lnSpc>
              <a:buNone/>
              <a:defRPr sz="1800" b="1">
                <a:solidFill>
                  <a:srgbClr val="292929"/>
                </a:solidFill>
                <a:latin typeface="KoPubDotum"/>
                <a:ea typeface="KoPubDotum"/>
                <a:cs typeface="KoPubDotum"/>
              </a:defRPr>
            </a:pPr>
            <a:r>
              <a:rPr sz="1800" b="1">
                <a:solidFill>
                  <a:srgbClr val="292929"/>
                </a:solidFill>
                <a:latin typeface="KoPubDotum"/>
                <a:ea typeface="KoPubDotum"/>
                <a:cs typeface="KoPubDotum"/>
              </a:rPr>
              <a:t>기준값 바꾸기</a:t>
            </a:r>
          </a:p>
        </p:txBody>
      </p:sp>
      <p:sp>
        <p:nvSpPr>
          <p:cNvPr id="7" name="20cm를 15cm, 25cm로&#10;바꿉니다.&#10;다른 설정은 그">
            <a:extLst xmlns:a="http://schemas.openxmlformats.org/drawingml/2006/main">
              <a:ext uri="{FF2B5EF4-FFF2-40B4-BE49-F238E27FC236}">
                <a16:creationId xmlns:a16="http://schemas.microsoft.com/office/drawing/2014/main" id="{7A5EAF39-E523-4E47-BDC5-D831490A6662}"/>
              </a:ext>
            </a:extLst>
          </p:cNvPr>
          <p:cNvSpPr>
            <a:spLocks xmlns:a="http://schemas.openxmlformats.org/drawingml/2006/main" noGrp="1"/>
          </p:cNvSpPr>
          <p:nvPr/>
        </p:nvSpPr>
        <p:spPr>
          <a:xfrm xmlns:a="http://schemas.openxmlformats.org/drawingml/2006/main">
            <a:off x="7048500" y="4524756"/>
            <a:ext cx="3167063" cy="130149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292929"/>
                </a:solidFill>
                <a:latin typeface="KoPubDotum"/>
                <a:ea typeface="KoPubDotum"/>
                <a:cs typeface="KoPubDotum"/>
              </a:defRPr>
            </a:defPPr>
          </a:lstStyle>
          <a:p xmlns:a="http://schemas.openxmlformats.org/drawingml/2006/main">
            <a:pPr algn="l">
              <a:lnSpc>
                <a:spcPct val="116000"/>
              </a:lnSpc>
              <a:buNone/>
              <a:defRPr sz="1800" b="0">
                <a:solidFill>
                  <a:srgbClr val="292929"/>
                </a:solidFill>
                <a:latin typeface="KoPubDotum"/>
                <a:ea typeface="KoPubDotum"/>
                <a:cs typeface="KoPubDotum"/>
              </a:defRPr>
            </a:pPr>
            <a:r>
              <a:rPr sz="1800" b="0">
                <a:solidFill>
                  <a:srgbClr val="292929"/>
                </a:solidFill>
                <a:latin typeface="KoPubDotum"/>
                <a:ea typeface="KoPubDotum"/>
                <a:cs typeface="KoPubDotum"/>
              </a:rPr>
              <a:t>20cm를 15cm, 25cm로</a:t>
            </a:r>
          </a:p>
          <a:p xmlns:a="http://schemas.openxmlformats.org/drawingml/2006/main">
            <a:pPr algn="l">
              <a:lnSpc>
                <a:spcPct val="116000"/>
              </a:lnSpc>
              <a:buNone/>
              <a:defRPr sz="1800" b="0">
                <a:solidFill>
                  <a:srgbClr val="292929"/>
                </a:solidFill>
                <a:latin typeface="KoPubDotum"/>
                <a:ea typeface="KoPubDotum"/>
                <a:cs typeface="KoPubDotum"/>
              </a:defRPr>
            </a:pPr>
            <a:r>
              <a:rPr sz="1800" b="0">
                <a:solidFill>
                  <a:srgbClr val="292929"/>
                </a:solidFill>
                <a:latin typeface="KoPubDotum"/>
                <a:ea typeface="KoPubDotum"/>
                <a:cs typeface="KoPubDotum"/>
              </a:rPr>
              <a:t>바꿉니다.</a:t>
            </a:r>
          </a:p>
          <a:p xmlns:a="http://schemas.openxmlformats.org/drawingml/2006/main">
            <a:pPr algn="l">
              <a:lnSpc>
                <a:spcPct val="116000"/>
              </a:lnSpc>
              <a:buNone/>
              <a:defRPr sz="1800" b="0">
                <a:solidFill>
                  <a:srgbClr val="292929"/>
                </a:solidFill>
                <a:latin typeface="KoPubDotum"/>
                <a:ea typeface="KoPubDotum"/>
                <a:cs typeface="KoPubDotum"/>
              </a:defRPr>
            </a:pPr>
            <a:r>
              <a:rPr sz="1800" b="0">
                <a:solidFill>
                  <a:srgbClr val="292929"/>
                </a:solidFill>
                <a:latin typeface="KoPubDotum"/>
                <a:ea typeface="KoPubDotum"/>
                <a:cs typeface="KoPubDotum"/>
              </a:rPr>
              <a:t>다른 설정은 그대로 두고 정지</a:t>
            </a:r>
          </a:p>
          <a:p xmlns:a="http://schemas.openxmlformats.org/drawingml/2006/main">
            <a:pPr algn="l">
              <a:lnSpc>
                <a:spcPct val="116000"/>
              </a:lnSpc>
              <a:buNone/>
              <a:defRPr sz="1800" b="0">
                <a:solidFill>
                  <a:srgbClr val="292929"/>
                </a:solidFill>
                <a:latin typeface="KoPubDotum"/>
                <a:ea typeface="KoPubDotum"/>
                <a:cs typeface="KoPubDotum"/>
              </a:defRPr>
            </a:pPr>
            <a:r>
              <a:rPr sz="1800" b="0">
                <a:solidFill>
                  <a:srgbClr val="292929"/>
                </a:solidFill>
                <a:latin typeface="KoPubDotum"/>
                <a:ea typeface="KoPubDotum"/>
                <a:cs typeface="KoPubDotum"/>
              </a:rPr>
              <a:t>거리를 비교합니다.</a:t>
            </a:r>
          </a:p>
        </p:txBody>
      </p:sp>
    </p:spTree>
    <p:extLst>
      <p:ext uri="{BB962C8B-B14F-4D97-AF65-F5344CB8AC3E}">
        <p14:creationId xmlns:p14="http://schemas.microsoft.com/office/powerpoint/2010/main" val="1416589023"/>
      </p:ext>
    </p:extLst>
  </p:cSld>
</p:sld>
</file>

<file path=ppt/slides/slide33.xml><?xml version="1.0" encoding="utf-8"?>
<p:sld xmlns:p="http://schemas.openxmlformats.org/presentationml/2006/main">
  <p:cSld>
    <p:spTree>
      <p:nvGrpSpPr>
        <p:cNvPr id="1" name=""/>
        <p:cNvGrpSpPr/>
        <p:nvPr/>
      </p:nvGrpSpPr>
      <p:grpSpPr>
        <a:xfrm xmlns:a="http://schemas.openxmlformats.org/drawingml/2006/main"/>
      </p:grpSpPr>
      <p:sp>
        <p:nvSpPr>
          <p:cNvPr id="6" name="장애물을 치우면 다시 출발">
            <a:extLst xmlns:a="http://schemas.openxmlformats.org/drawingml/2006/main">
              <a:ext uri="{FF2B5EF4-FFF2-40B4-BE49-F238E27FC236}">
                <a16:creationId xmlns:a16="http://schemas.microsoft.com/office/drawing/2014/main" id="{913F8D52-5C8F-4F8A-B4CB-C0E6171C96DF}"/>
              </a:ext>
            </a:extLst>
          </p:cNvPr>
          <p:cNvSpPr>
            <a:spLocks xmlns:a="http://schemas.openxmlformats.org/drawingml/2006/main" noGrp="1"/>
          </p:cNvSpPr>
          <p:nvPr/>
        </p:nvSpPr>
        <p:spPr>
          <a:xfrm xmlns:a="http://schemas.openxmlformats.org/drawingml/2006/main">
            <a:off x="476250" y="1428750"/>
            <a:ext cx="9739313"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292929"/>
                </a:solidFill>
                <a:latin typeface="KoPubDotum"/>
                <a:ea typeface="KoPubDotum"/>
                <a:cs typeface="KoPubDotum"/>
              </a:defRPr>
            </a:defPPr>
          </a:lstStyle>
          <a:p xmlns:a="http://schemas.openxmlformats.org/drawingml/2006/main">
            <a:pPr algn="l">
              <a:lnSpc>
                <a:spcPct val="116000"/>
              </a:lnSpc>
              <a:buNone/>
              <a:defRPr sz="1950" b="0">
                <a:solidFill>
                  <a:srgbClr val="292929"/>
                </a:solidFill>
                <a:latin typeface="KoPubDotum"/>
                <a:ea typeface="KoPubDotum"/>
                <a:cs typeface="KoPubDotum"/>
              </a:defRPr>
            </a:pPr>
            <a:r>
              <a:rPr sz="1950" b="0">
                <a:solidFill>
                  <a:srgbClr val="292929"/>
                </a:solidFill>
                <a:latin typeface="KoPubDotum"/>
                <a:ea typeface="KoPubDotum"/>
                <a:cs typeface="KoPubDotum"/>
              </a:rPr>
              <a:t>장애물을 치우면 다시 출발</a:t>
            </a:r>
          </a:p>
        </p:txBody>
      </p:sp>
      <p:sp>
        <p:nvSpPr>
          <p:cNvPr id="2" name="33">
            <a:extLst xmlns:a="http://schemas.openxmlformats.org/drawingml/2006/main">
              <a:ext uri="{FF2B5EF4-FFF2-40B4-BE49-F238E27FC236}">
                <a16:creationId xmlns:a16="http://schemas.microsoft.com/office/drawing/2014/main" id="{020A327F-68B4-4147-8A62-173B2FB2AF3B}"/>
              </a:ext>
            </a:extLst>
          </p:cNvPr>
          <p:cNvSpPr>
            <a:spLocks xmlns:a="http://schemas.openxmlformats.org/drawingml/2006/main" noGrp="1"/>
          </p:cNvSpPr>
          <p:nvPr/>
        </p:nvSpPr>
        <p:spPr>
          <a:xfrm xmlns:a="http://schemas.openxmlformats.org/drawingml/2006/main">
            <a:off x="5107782" y="7064375"/>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50" b="0">
                <a:solidFill>
                  <a:srgbClr val="5A554E"/>
                </a:solidFill>
                <a:latin typeface="KoPubDotum"/>
                <a:ea typeface="KoPubDotum"/>
                <a:cs typeface="KoPubDotum"/>
              </a:defRPr>
            </a:defPPr>
          </a:lstStyle>
          <a:p xmlns:a="http://schemas.openxmlformats.org/drawingml/2006/main">
            <a:pPr algn="ctr">
              <a:lnSpc>
                <a:spcPct val="116000"/>
              </a:lnSpc>
              <a:buNone/>
              <a:defRPr sz="1050" b="0">
                <a:solidFill>
                  <a:srgbClr val="5A554E"/>
                </a:solidFill>
                <a:latin typeface="KoPubDotum"/>
                <a:ea typeface="KoPubDotum"/>
                <a:cs typeface="KoPubDotum"/>
              </a:defRPr>
            </a:pPr>
            <a:r>
              <a:rPr sz="1050" b="0">
                <a:solidFill>
                  <a:srgbClr val="5A554E"/>
                </a:solidFill>
                <a:latin typeface="KoPubDotum"/>
                <a:ea typeface="KoPubDotum"/>
                <a:cs typeface="KoPubDotum"/>
              </a:rPr>
              <a:t>33</a:t>
            </a:r>
          </a:p>
        </p:txBody>
      </p:sp>
      <p:pic>
        <p:nvPicPr>
          <p:cNvPr id="3" name="">
            <a:extLst xmlns:a="http://schemas.openxmlformats.org/drawingml/2006/main">
              <a:ext uri="{FF2B5EF4-FFF2-40B4-BE49-F238E27FC236}">
                <a16:creationId xmlns:a16="http://schemas.microsoft.com/office/drawing/2014/main" id="{CF9BC6D1-4260-4F6E-85E8-E2F8EE26C627}"/>
              </a:ext>
            </a:extLst>
          </p:cNvPr>
          <p:cNvPicPr>
            <a:picLocks xmlns:a="http://schemas.openxmlformats.org/drawingml/2006/main" noChangeAspect="1"/>
          </p:cNvPicPr>
          <p:nvPr/>
        </p:nvPicPr>
        <p:blipFill>
          <a:blip xmlns:r="http://schemas.openxmlformats.org/officeDocument/2006/relationships" xmlns:a="http://schemas.openxmlformats.org/drawingml/2006/main" r:embed="Reb8c9b51dc394b11"/>
          <a:stretch xmlns:a="http://schemas.openxmlformats.org/drawingml/2006/main"/>
        </p:blipFill>
        <p:spPr>
          <a:xfrm xmlns:a="http://schemas.openxmlformats.org/drawingml/2006/main">
            <a:off x="476250" y="2047875"/>
            <a:ext cx="5444289" cy="5000625"/>
          </a:xfrm>
          <a:prstGeom xmlns:a="http://schemas.openxmlformats.org/drawingml/2006/main" prst="rect">
            <a:avLst/>
          </a:prstGeom>
        </p:spPr>
      </p:pic>
      <p:sp>
        <p:nvSpPr>
          <p:cNvPr id="4" name="반복할 때 달라지는 점">
            <a:extLst xmlns:a="http://schemas.openxmlformats.org/drawingml/2006/main">
              <a:ext uri="{FF2B5EF4-FFF2-40B4-BE49-F238E27FC236}">
                <a16:creationId xmlns:a16="http://schemas.microsoft.com/office/drawing/2014/main" id="{2E45148C-D5DB-4A89-BE01-AA6FB0A16153}"/>
              </a:ext>
            </a:extLst>
          </p:cNvPr>
          <p:cNvSpPr>
            <a:spLocks xmlns:a="http://schemas.openxmlformats.org/drawingml/2006/main" noGrp="1"/>
          </p:cNvSpPr>
          <p:nvPr/>
        </p:nvSpPr>
        <p:spPr>
          <a:xfrm xmlns:a="http://schemas.openxmlformats.org/drawingml/2006/main">
            <a:off x="6301539" y="2190750"/>
            <a:ext cx="3914024" cy="3543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292929"/>
                </a:solidFill>
                <a:latin typeface="KoPubDotum"/>
                <a:ea typeface="KoPubDotum"/>
                <a:cs typeface="KoPubDotum"/>
              </a:defRPr>
            </a:defPPr>
          </a:lstStyle>
          <a:p xmlns:a="http://schemas.openxmlformats.org/drawingml/2006/main">
            <a:pPr algn="l">
              <a:lnSpc>
                <a:spcPct val="116000"/>
              </a:lnSpc>
              <a:buNone/>
              <a:defRPr sz="1800" b="1">
                <a:solidFill>
                  <a:srgbClr val="292929"/>
                </a:solidFill>
                <a:latin typeface="KoPubDotum"/>
                <a:ea typeface="KoPubDotum"/>
                <a:cs typeface="KoPubDotum"/>
              </a:defRPr>
            </a:pPr>
            <a:r>
              <a:rPr sz="1800" b="1">
                <a:solidFill>
                  <a:srgbClr val="292929"/>
                </a:solidFill>
                <a:latin typeface="KoPubDotum"/>
                <a:ea typeface="KoPubDotum"/>
                <a:cs typeface="KoPubDotum"/>
              </a:rPr>
              <a:t>반복할 때 달라지는 점</a:t>
            </a:r>
          </a:p>
        </p:txBody>
      </p:sp>
      <p:sp>
        <p:nvSpPr>
          <p:cNvPr id="5" name="20cm 미만이면 멈춥니다.&#10;장애물을 치우면 다시 움직입니">
            <a:extLst xmlns:a="http://schemas.openxmlformats.org/drawingml/2006/main">
              <a:ext uri="{FF2B5EF4-FFF2-40B4-BE49-F238E27FC236}">
                <a16:creationId xmlns:a16="http://schemas.microsoft.com/office/drawing/2014/main" id="{9C240447-12F0-4752-A293-4CA22DDAFFC0}"/>
              </a:ext>
            </a:extLst>
          </p:cNvPr>
          <p:cNvSpPr>
            <a:spLocks xmlns:a="http://schemas.openxmlformats.org/drawingml/2006/main" noGrp="1"/>
          </p:cNvSpPr>
          <p:nvPr/>
        </p:nvSpPr>
        <p:spPr>
          <a:xfrm xmlns:a="http://schemas.openxmlformats.org/drawingml/2006/main">
            <a:off x="6301539" y="2602230"/>
            <a:ext cx="3914024" cy="99517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292929"/>
                </a:solidFill>
                <a:latin typeface="KoPubDotum"/>
                <a:ea typeface="KoPubDotum"/>
                <a:cs typeface="KoPubDotum"/>
              </a:defRPr>
            </a:defPPr>
          </a:lstStyle>
          <a:p xmlns:a="http://schemas.openxmlformats.org/drawingml/2006/main">
            <a:pPr algn="l">
              <a:lnSpc>
                <a:spcPct val="116000"/>
              </a:lnSpc>
              <a:buNone/>
              <a:defRPr sz="1800" b="0">
                <a:solidFill>
                  <a:srgbClr val="292929"/>
                </a:solidFill>
                <a:latin typeface="KoPubDotum"/>
                <a:ea typeface="KoPubDotum"/>
                <a:cs typeface="KoPubDotum"/>
              </a:defRPr>
            </a:pPr>
            <a:r>
              <a:rPr sz="1800" b="0">
                <a:solidFill>
                  <a:srgbClr val="292929"/>
                </a:solidFill>
                <a:latin typeface="KoPubDotum"/>
                <a:ea typeface="KoPubDotum"/>
                <a:cs typeface="KoPubDotum"/>
              </a:rPr>
              <a:t>20cm 미만이면 멈춥니다.</a:t>
            </a:r>
          </a:p>
          <a:p xmlns:a="http://schemas.openxmlformats.org/drawingml/2006/main">
            <a:pPr algn="l">
              <a:lnSpc>
                <a:spcPct val="116000"/>
              </a:lnSpc>
              <a:buNone/>
              <a:defRPr sz="1800" b="0">
                <a:solidFill>
                  <a:srgbClr val="292929"/>
                </a:solidFill>
                <a:latin typeface="KoPubDotum"/>
                <a:ea typeface="KoPubDotum"/>
                <a:cs typeface="KoPubDotum"/>
              </a:defRPr>
            </a:pPr>
            <a:r>
              <a:rPr sz="1800" b="0">
                <a:solidFill>
                  <a:srgbClr val="292929"/>
                </a:solidFill>
                <a:latin typeface="KoPubDotum"/>
                <a:ea typeface="KoPubDotum"/>
                <a:cs typeface="KoPubDotum"/>
              </a:rPr>
              <a:t>장애물을 치우면 다시 움직입니다.</a:t>
            </a:r>
          </a:p>
          <a:p xmlns:a="http://schemas.openxmlformats.org/drawingml/2006/main">
            <a:pPr algn="l">
              <a:lnSpc>
                <a:spcPct val="116000"/>
              </a:lnSpc>
              <a:buNone/>
              <a:defRPr sz="1800" b="0">
                <a:solidFill>
                  <a:srgbClr val="292929"/>
                </a:solidFill>
                <a:latin typeface="KoPubDotum"/>
                <a:ea typeface="KoPubDotum"/>
                <a:cs typeface="KoPubDotum"/>
              </a:defRPr>
            </a:pPr>
            <a:r>
              <a:rPr sz="1800" b="0">
                <a:solidFill>
                  <a:srgbClr val="292929"/>
                </a:solidFill>
                <a:latin typeface="KoPubDotum"/>
                <a:ea typeface="KoPubDotum"/>
                <a:cs typeface="KoPubDotum"/>
              </a:rPr>
              <a:t>앞의 한 번 정지 코드와 비교합니다.</a:t>
            </a:r>
          </a:p>
        </p:txBody>
      </p:sp>
    </p:spTree>
    <p:extLst>
      <p:ext uri="{BB962C8B-B14F-4D97-AF65-F5344CB8AC3E}">
        <p14:creationId xmlns:p14="http://schemas.microsoft.com/office/powerpoint/2010/main" val="1987284152"/>
      </p:ext>
    </p:extLst>
  </p:cSld>
</p:sld>
</file>

<file path=ppt/slides/slide34.xml><?xml version="1.0" encoding="utf-8"?>
<p:sld xmlns:p="http://schemas.openxmlformats.org/presentationml/2006/main">
  <p:cSld>
    <p:spTree>
      <p:nvGrpSpPr>
        <p:cNvPr id="1" name=""/>
        <p:cNvGrpSpPr/>
        <p:nvPr/>
      </p:nvGrpSpPr>
      <p:grpSpPr>
        <a:xfrm xmlns:a="http://schemas.openxmlformats.org/drawingml/2006/main"/>
      </p:grpSpPr>
      <p:sp>
        <p:nvSpPr>
          <p:cNvPr id="9" name="조건을 반복해서 확인하는 블록">
            <a:extLst xmlns:a="http://schemas.openxmlformats.org/drawingml/2006/main">
              <a:ext uri="{FF2B5EF4-FFF2-40B4-BE49-F238E27FC236}">
                <a16:creationId xmlns:a16="http://schemas.microsoft.com/office/drawing/2014/main" id="{2B5FD27A-9460-488F-A8A5-A93DD1CB7126}"/>
              </a:ext>
            </a:extLst>
          </p:cNvPr>
          <p:cNvSpPr>
            <a:spLocks xmlns:a="http://schemas.openxmlformats.org/drawingml/2006/main" noGrp="1"/>
          </p:cNvSpPr>
          <p:nvPr/>
        </p:nvSpPr>
        <p:spPr>
          <a:xfrm xmlns:a="http://schemas.openxmlformats.org/drawingml/2006/main">
            <a:off x="476250" y="1428750"/>
            <a:ext cx="9739313"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292929"/>
                </a:solidFill>
                <a:latin typeface="KoPubDotum"/>
                <a:ea typeface="KoPubDotum"/>
                <a:cs typeface="KoPubDotum"/>
              </a:defRPr>
            </a:defPPr>
          </a:lstStyle>
          <a:p xmlns:a="http://schemas.openxmlformats.org/drawingml/2006/main">
            <a:pPr algn="l">
              <a:lnSpc>
                <a:spcPct val="116000"/>
              </a:lnSpc>
              <a:buNone/>
              <a:defRPr sz="1950" b="0">
                <a:solidFill>
                  <a:srgbClr val="292929"/>
                </a:solidFill>
                <a:latin typeface="KoPubDotum"/>
                <a:ea typeface="KoPubDotum"/>
                <a:cs typeface="KoPubDotum"/>
              </a:defRPr>
            </a:pPr>
            <a:r>
              <a:rPr sz="1950" b="0">
                <a:solidFill>
                  <a:srgbClr val="292929"/>
                </a:solidFill>
                <a:latin typeface="KoPubDotum"/>
                <a:ea typeface="KoPubDotum"/>
                <a:cs typeface="KoPubDotum"/>
              </a:rPr>
              <a:t>조건을 반복해서 확인하는 블록</a:t>
            </a:r>
          </a:p>
        </p:txBody>
      </p:sp>
      <p:sp>
        <p:nvSpPr>
          <p:cNvPr id="2" name="34">
            <a:extLst xmlns:a="http://schemas.openxmlformats.org/drawingml/2006/main">
              <a:ext uri="{FF2B5EF4-FFF2-40B4-BE49-F238E27FC236}">
                <a16:creationId xmlns:a16="http://schemas.microsoft.com/office/drawing/2014/main" id="{5FF5396E-C93B-4C0F-95BC-BBA49F8D5B88}"/>
              </a:ext>
            </a:extLst>
          </p:cNvPr>
          <p:cNvSpPr>
            <a:spLocks xmlns:a="http://schemas.openxmlformats.org/drawingml/2006/main" noGrp="1"/>
          </p:cNvSpPr>
          <p:nvPr/>
        </p:nvSpPr>
        <p:spPr>
          <a:xfrm xmlns:a="http://schemas.openxmlformats.org/drawingml/2006/main">
            <a:off x="5107782" y="7064375"/>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50" b="0">
                <a:solidFill>
                  <a:srgbClr val="5A554E"/>
                </a:solidFill>
                <a:latin typeface="KoPubDotum"/>
                <a:ea typeface="KoPubDotum"/>
                <a:cs typeface="KoPubDotum"/>
              </a:defRPr>
            </a:defPPr>
          </a:lstStyle>
          <a:p xmlns:a="http://schemas.openxmlformats.org/drawingml/2006/main">
            <a:pPr algn="ctr">
              <a:lnSpc>
                <a:spcPct val="116000"/>
              </a:lnSpc>
              <a:buNone/>
              <a:defRPr sz="1050" b="0">
                <a:solidFill>
                  <a:srgbClr val="5A554E"/>
                </a:solidFill>
                <a:latin typeface="KoPubDotum"/>
                <a:ea typeface="KoPubDotum"/>
                <a:cs typeface="KoPubDotum"/>
              </a:defRPr>
            </a:pPr>
            <a:r>
              <a:rPr sz="1050" b="0">
                <a:solidFill>
                  <a:srgbClr val="5A554E"/>
                </a:solidFill>
                <a:latin typeface="KoPubDotum"/>
                <a:ea typeface="KoPubDotum"/>
                <a:cs typeface="KoPubDotum"/>
              </a:rPr>
              <a:t>34</a:t>
            </a:r>
          </a:p>
        </p:txBody>
      </p:sp>
      <p:pic>
        <p:nvPicPr>
          <p:cNvPr id="3" name="">
            <a:extLst xmlns:a="http://schemas.openxmlformats.org/drawingml/2006/main">
              <a:ext uri="{FF2B5EF4-FFF2-40B4-BE49-F238E27FC236}">
                <a16:creationId xmlns:a16="http://schemas.microsoft.com/office/drawing/2014/main" id="{024E8E15-7C37-4F7A-B1D0-C7339C657465}"/>
              </a:ext>
            </a:extLst>
          </p:cNvPr>
          <p:cNvPicPr>
            <a:picLocks xmlns:a="http://schemas.openxmlformats.org/drawingml/2006/main" noChangeAspect="1"/>
          </p:cNvPicPr>
          <p:nvPr/>
        </p:nvPicPr>
        <p:blipFill>
          <a:blip xmlns:r="http://schemas.openxmlformats.org/officeDocument/2006/relationships" xmlns:a="http://schemas.openxmlformats.org/drawingml/2006/main" r:embed="Rb0cfcac58f2e48ac"/>
          <a:stretch xmlns:a="http://schemas.openxmlformats.org/drawingml/2006/main"/>
        </p:blipFill>
        <p:spPr>
          <a:xfrm xmlns:a="http://schemas.openxmlformats.org/drawingml/2006/main">
            <a:off x="476250" y="2047875"/>
            <a:ext cx="2238375" cy="3183665"/>
          </a:xfrm>
          <a:prstGeom xmlns:a="http://schemas.openxmlformats.org/drawingml/2006/main" prst="rect">
            <a:avLst/>
          </a:prstGeom>
        </p:spPr>
      </p:pic>
      <p:pic>
        <p:nvPicPr>
          <p:cNvPr id="4" name="">
            <a:extLst xmlns:a="http://schemas.openxmlformats.org/drawingml/2006/main">
              <a:ext uri="{FF2B5EF4-FFF2-40B4-BE49-F238E27FC236}">
                <a16:creationId xmlns:a16="http://schemas.microsoft.com/office/drawing/2014/main" id="{23B4CEA1-38E8-4DAF-9CD5-F8D7608AA4A8}"/>
              </a:ext>
            </a:extLst>
          </p:cNvPr>
          <p:cNvPicPr>
            <a:picLocks xmlns:a="http://schemas.openxmlformats.org/drawingml/2006/main" noChangeAspect="1"/>
          </p:cNvPicPr>
          <p:nvPr/>
        </p:nvPicPr>
        <p:blipFill>
          <a:blip xmlns:r="http://schemas.openxmlformats.org/officeDocument/2006/relationships" xmlns:a="http://schemas.openxmlformats.org/drawingml/2006/main" r:embed="R4b6c2b28155a49a3"/>
          <a:stretch xmlns:a="http://schemas.openxmlformats.org/drawingml/2006/main"/>
        </p:blipFill>
        <p:spPr>
          <a:xfrm xmlns:a="http://schemas.openxmlformats.org/drawingml/2006/main">
            <a:off x="2905125" y="2047875"/>
            <a:ext cx="2238375" cy="3183665"/>
          </a:xfrm>
          <a:prstGeom xmlns:a="http://schemas.openxmlformats.org/drawingml/2006/main" prst="rect">
            <a:avLst/>
          </a:prstGeom>
        </p:spPr>
      </p:pic>
      <p:sp>
        <p:nvSpPr>
          <p:cNvPr id="5" name="사용할 제어 블록">
            <a:extLst xmlns:a="http://schemas.openxmlformats.org/drawingml/2006/main">
              <a:ext uri="{FF2B5EF4-FFF2-40B4-BE49-F238E27FC236}">
                <a16:creationId xmlns:a16="http://schemas.microsoft.com/office/drawing/2014/main" id="{3F9C54C2-E90E-4203-86C3-99FEDEA52332}"/>
              </a:ext>
            </a:extLst>
          </p:cNvPr>
          <p:cNvSpPr>
            <a:spLocks xmlns:a="http://schemas.openxmlformats.org/drawingml/2006/main" noGrp="1"/>
          </p:cNvSpPr>
          <p:nvPr/>
        </p:nvSpPr>
        <p:spPr>
          <a:xfrm xmlns:a="http://schemas.openxmlformats.org/drawingml/2006/main">
            <a:off x="5667375" y="2190750"/>
            <a:ext cx="4524375" cy="34194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292929"/>
                </a:solidFill>
                <a:latin typeface="KoPubDotum"/>
                <a:ea typeface="KoPubDotum"/>
                <a:cs typeface="KoPubDotum"/>
              </a:defRPr>
            </a:defPPr>
          </a:lstStyle>
          <a:p xmlns:a="http://schemas.openxmlformats.org/drawingml/2006/main">
            <a:pPr algn="l">
              <a:lnSpc>
                <a:spcPct val="116000"/>
              </a:lnSpc>
              <a:buNone/>
              <a:defRPr sz="1725" b="1">
                <a:solidFill>
                  <a:srgbClr val="292929"/>
                </a:solidFill>
                <a:latin typeface="KoPubDotum"/>
                <a:ea typeface="KoPubDotum"/>
                <a:cs typeface="KoPubDotum"/>
              </a:defRPr>
            </a:pPr>
            <a:r>
              <a:rPr sz="1725" b="1">
                <a:solidFill>
                  <a:srgbClr val="292929"/>
                </a:solidFill>
                <a:latin typeface="KoPubDotum"/>
                <a:ea typeface="KoPubDotum"/>
                <a:cs typeface="KoPubDotum"/>
              </a:rPr>
              <a:t>사용할 제어 블록</a:t>
            </a:r>
          </a:p>
        </p:txBody>
      </p:sp>
      <p:sp>
        <p:nvSpPr>
          <p:cNvPr id="6" name="만약 / 아니면&#10;무한 반복하기&#10;까지 기다리기">
            <a:extLst xmlns:a="http://schemas.openxmlformats.org/drawingml/2006/main">
              <a:ext uri="{FF2B5EF4-FFF2-40B4-BE49-F238E27FC236}">
                <a16:creationId xmlns:a16="http://schemas.microsoft.com/office/drawing/2014/main" id="{88674729-A92F-480B-BCF8-39D952CADE9C}"/>
              </a:ext>
            </a:extLst>
          </p:cNvPr>
          <p:cNvSpPr>
            <a:spLocks xmlns:a="http://schemas.openxmlformats.org/drawingml/2006/main" noGrp="1"/>
          </p:cNvSpPr>
          <p:nvPr/>
        </p:nvSpPr>
        <p:spPr>
          <a:xfrm xmlns:a="http://schemas.openxmlformats.org/drawingml/2006/main">
            <a:off x="5667375" y="2589848"/>
            <a:ext cx="4524375" cy="95688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292929"/>
                </a:solidFill>
                <a:latin typeface="KoPubDotum"/>
                <a:ea typeface="KoPubDotum"/>
                <a:cs typeface="KoPubDotum"/>
              </a:defRPr>
            </a:defPPr>
          </a:lstStyle>
          <a:p xmlns:a="http://schemas.openxmlformats.org/drawingml/2006/main">
            <a:pPr algn="l">
              <a:lnSpc>
                <a:spcPct val="116000"/>
              </a:lnSpc>
              <a:buNone/>
              <a:defRPr sz="1725" b="0">
                <a:solidFill>
                  <a:srgbClr val="292929"/>
                </a:solidFill>
                <a:latin typeface="KoPubDotum"/>
                <a:ea typeface="KoPubDotum"/>
                <a:cs typeface="KoPubDotum"/>
              </a:defRPr>
            </a:pPr>
            <a:r>
              <a:rPr sz="1725" b="0">
                <a:solidFill>
                  <a:srgbClr val="292929"/>
                </a:solidFill>
                <a:latin typeface="KoPubDotum"/>
                <a:ea typeface="KoPubDotum"/>
                <a:cs typeface="KoPubDotum"/>
              </a:rPr>
              <a:t>만약 / 아니면</a:t>
            </a:r>
          </a:p>
          <a:p xmlns:a="http://schemas.openxmlformats.org/drawingml/2006/main">
            <a:pPr algn="l">
              <a:lnSpc>
                <a:spcPct val="116000"/>
              </a:lnSpc>
              <a:buNone/>
              <a:defRPr sz="1725" b="0">
                <a:solidFill>
                  <a:srgbClr val="292929"/>
                </a:solidFill>
                <a:latin typeface="KoPubDotum"/>
                <a:ea typeface="KoPubDotum"/>
                <a:cs typeface="KoPubDotum"/>
              </a:defRPr>
            </a:pPr>
            <a:r>
              <a:rPr sz="1725" b="0">
                <a:solidFill>
                  <a:srgbClr val="292929"/>
                </a:solidFill>
                <a:latin typeface="KoPubDotum"/>
                <a:ea typeface="KoPubDotum"/>
                <a:cs typeface="KoPubDotum"/>
              </a:rPr>
              <a:t>무한 반복하기</a:t>
            </a:r>
          </a:p>
          <a:p xmlns:a="http://schemas.openxmlformats.org/drawingml/2006/main">
            <a:pPr algn="l">
              <a:lnSpc>
                <a:spcPct val="116000"/>
              </a:lnSpc>
              <a:buNone/>
              <a:defRPr sz="1725" b="0">
                <a:solidFill>
                  <a:srgbClr val="292929"/>
                </a:solidFill>
                <a:latin typeface="KoPubDotum"/>
                <a:ea typeface="KoPubDotum"/>
                <a:cs typeface="KoPubDotum"/>
              </a:defRPr>
            </a:pPr>
            <a:r>
              <a:rPr sz="1725" b="0">
                <a:solidFill>
                  <a:srgbClr val="292929"/>
                </a:solidFill>
                <a:latin typeface="KoPubDotum"/>
                <a:ea typeface="KoPubDotum"/>
                <a:cs typeface="KoPubDotum"/>
              </a:rPr>
              <a:t>까지 기다리기</a:t>
            </a:r>
          </a:p>
        </p:txBody>
      </p:sp>
      <p:sp>
        <p:nvSpPr>
          <p:cNvPr id="7" name="블록 붙이기">
            <a:extLst xmlns:a="http://schemas.openxmlformats.org/drawingml/2006/main">
              <a:ext uri="{FF2B5EF4-FFF2-40B4-BE49-F238E27FC236}">
                <a16:creationId xmlns:a16="http://schemas.microsoft.com/office/drawing/2014/main" id="{5D148A1C-B2F4-4DC9-B14B-FD5359F58F55}"/>
              </a:ext>
            </a:extLst>
          </p:cNvPr>
          <p:cNvSpPr>
            <a:spLocks xmlns:a="http://schemas.openxmlformats.org/drawingml/2006/main" noGrp="1"/>
          </p:cNvSpPr>
          <p:nvPr/>
        </p:nvSpPr>
        <p:spPr>
          <a:xfrm xmlns:a="http://schemas.openxmlformats.org/drawingml/2006/main">
            <a:off x="5667375" y="3756279"/>
            <a:ext cx="4524375" cy="34194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292929"/>
                </a:solidFill>
                <a:latin typeface="KoPubDotum"/>
                <a:ea typeface="KoPubDotum"/>
                <a:cs typeface="KoPubDotum"/>
              </a:defRPr>
            </a:defPPr>
          </a:lstStyle>
          <a:p xmlns:a="http://schemas.openxmlformats.org/drawingml/2006/main">
            <a:pPr algn="l">
              <a:lnSpc>
                <a:spcPct val="116000"/>
              </a:lnSpc>
              <a:buNone/>
              <a:defRPr sz="1725" b="1">
                <a:solidFill>
                  <a:srgbClr val="292929"/>
                </a:solidFill>
                <a:latin typeface="KoPubDotum"/>
                <a:ea typeface="KoPubDotum"/>
                <a:cs typeface="KoPubDotum"/>
              </a:defRPr>
            </a:pPr>
            <a:r>
              <a:rPr sz="1725" b="1">
                <a:solidFill>
                  <a:srgbClr val="292929"/>
                </a:solidFill>
                <a:latin typeface="KoPubDotum"/>
                <a:ea typeface="KoPubDotum"/>
                <a:cs typeface="KoPubDotum"/>
              </a:rPr>
              <a:t>블록 붙이기</a:t>
            </a:r>
          </a:p>
        </p:txBody>
      </p:sp>
      <p:sp>
        <p:nvSpPr>
          <p:cNvPr id="8" name="육각형 칸에 센서 조건을 넣습니다.&#10;반복 안에 넣으면 조건">
            <a:extLst xmlns:a="http://schemas.openxmlformats.org/drawingml/2006/main">
              <a:ext uri="{FF2B5EF4-FFF2-40B4-BE49-F238E27FC236}">
                <a16:creationId xmlns:a16="http://schemas.microsoft.com/office/drawing/2014/main" id="{0C515597-D5D4-47D7-9C7E-60D58723E0BF}"/>
              </a:ext>
            </a:extLst>
          </p:cNvPr>
          <p:cNvSpPr>
            <a:spLocks xmlns:a="http://schemas.openxmlformats.org/drawingml/2006/main" noGrp="1"/>
          </p:cNvSpPr>
          <p:nvPr/>
        </p:nvSpPr>
        <p:spPr>
          <a:xfrm xmlns:a="http://schemas.openxmlformats.org/drawingml/2006/main">
            <a:off x="5667375" y="4155377"/>
            <a:ext cx="4524375" cy="66332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292929"/>
                </a:solidFill>
                <a:latin typeface="KoPubDotum"/>
                <a:ea typeface="KoPubDotum"/>
                <a:cs typeface="KoPubDotum"/>
              </a:defRPr>
            </a:defPPr>
          </a:lstStyle>
          <a:p xmlns:a="http://schemas.openxmlformats.org/drawingml/2006/main">
            <a:pPr algn="l">
              <a:lnSpc>
                <a:spcPct val="116000"/>
              </a:lnSpc>
              <a:buNone/>
              <a:defRPr sz="1725" b="0">
                <a:solidFill>
                  <a:srgbClr val="292929"/>
                </a:solidFill>
                <a:latin typeface="KoPubDotum"/>
                <a:ea typeface="KoPubDotum"/>
                <a:cs typeface="KoPubDotum"/>
              </a:defRPr>
            </a:pPr>
            <a:r>
              <a:rPr sz="1725" b="0">
                <a:solidFill>
                  <a:srgbClr val="292929"/>
                </a:solidFill>
                <a:latin typeface="KoPubDotum"/>
                <a:ea typeface="KoPubDotum"/>
                <a:cs typeface="KoPubDotum"/>
              </a:rPr>
              <a:t>육각형 칸에 센서 조건을 넣습니다.</a:t>
            </a:r>
          </a:p>
          <a:p xmlns:a="http://schemas.openxmlformats.org/drawingml/2006/main">
            <a:pPr algn="l">
              <a:lnSpc>
                <a:spcPct val="116000"/>
              </a:lnSpc>
              <a:buNone/>
              <a:defRPr sz="1725" b="0">
                <a:solidFill>
                  <a:srgbClr val="292929"/>
                </a:solidFill>
                <a:latin typeface="KoPubDotum"/>
                <a:ea typeface="KoPubDotum"/>
                <a:cs typeface="KoPubDotum"/>
              </a:defRPr>
            </a:pPr>
            <a:r>
              <a:rPr sz="1725" b="0">
                <a:solidFill>
                  <a:srgbClr val="292929"/>
                </a:solidFill>
                <a:latin typeface="KoPubDotum"/>
                <a:ea typeface="KoPubDotum"/>
                <a:cs typeface="KoPubDotum"/>
              </a:rPr>
              <a:t>반복 안에 넣으면 조건을 계속 다시 봅니다.</a:t>
            </a:r>
          </a:p>
        </p:txBody>
      </p:sp>
    </p:spTree>
    <p:extLst>
      <p:ext uri="{BB962C8B-B14F-4D97-AF65-F5344CB8AC3E}">
        <p14:creationId xmlns:p14="http://schemas.microsoft.com/office/powerpoint/2010/main" val="2009986218"/>
      </p:ext>
    </p:extLst>
  </p:cSld>
</p:sld>
</file>

<file path=ppt/slides/slide35.xml><?xml version="1.0" encoding="utf-8"?>
<p:sld xmlns:p="http://schemas.openxmlformats.org/presentationml/2006/main">
  <p:cSld>
    <p:spTree>
      <p:nvGrpSpPr>
        <p:cNvPr id="1" name=""/>
        <p:cNvGrpSpPr/>
        <p:nvPr/>
      </p:nvGrpSpPr>
      <p:grpSpPr>
        <a:xfrm xmlns:a="http://schemas.openxmlformats.org/drawingml/2006/main"/>
      </p:grpSpPr>
      <p:sp>
        <p:nvSpPr>
          <p:cNvPr id="8" name="검정 테이프에서 정지">
            <a:extLst xmlns:a="http://schemas.openxmlformats.org/drawingml/2006/main">
              <a:ext uri="{FF2B5EF4-FFF2-40B4-BE49-F238E27FC236}">
                <a16:creationId xmlns:a16="http://schemas.microsoft.com/office/drawing/2014/main" id="{DBB412C6-91A1-4565-B43F-D8F1EE78AD28}"/>
              </a:ext>
            </a:extLst>
          </p:cNvPr>
          <p:cNvSpPr>
            <a:spLocks xmlns:a="http://schemas.openxmlformats.org/drawingml/2006/main" noGrp="1"/>
          </p:cNvSpPr>
          <p:nvPr/>
        </p:nvSpPr>
        <p:spPr>
          <a:xfrm xmlns:a="http://schemas.openxmlformats.org/drawingml/2006/main">
            <a:off x="476250" y="1428750"/>
            <a:ext cx="9739313"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292929"/>
                </a:solidFill>
                <a:latin typeface="KoPubDotum"/>
                <a:ea typeface="KoPubDotum"/>
                <a:cs typeface="KoPubDotum"/>
              </a:defRPr>
            </a:defPPr>
          </a:lstStyle>
          <a:p xmlns:a="http://schemas.openxmlformats.org/drawingml/2006/main">
            <a:pPr algn="l">
              <a:lnSpc>
                <a:spcPct val="116000"/>
              </a:lnSpc>
              <a:buNone/>
              <a:defRPr sz="1950" b="0">
                <a:solidFill>
                  <a:srgbClr val="292929"/>
                </a:solidFill>
                <a:latin typeface="KoPubDotum"/>
                <a:ea typeface="KoPubDotum"/>
                <a:cs typeface="KoPubDotum"/>
              </a:defRPr>
            </a:pPr>
            <a:r>
              <a:rPr sz="1950" b="0">
                <a:solidFill>
                  <a:srgbClr val="292929"/>
                </a:solidFill>
                <a:latin typeface="KoPubDotum"/>
                <a:ea typeface="KoPubDotum"/>
                <a:cs typeface="KoPubDotum"/>
              </a:rPr>
              <a:t>검정 테이프에서 정지</a:t>
            </a:r>
          </a:p>
        </p:txBody>
      </p:sp>
      <p:sp>
        <p:nvSpPr>
          <p:cNvPr id="2" name="35">
            <a:extLst xmlns:a="http://schemas.openxmlformats.org/drawingml/2006/main">
              <a:ext uri="{FF2B5EF4-FFF2-40B4-BE49-F238E27FC236}">
                <a16:creationId xmlns:a16="http://schemas.microsoft.com/office/drawing/2014/main" id="{998A188A-5277-4994-BE54-575743D397E5}"/>
              </a:ext>
            </a:extLst>
          </p:cNvPr>
          <p:cNvSpPr>
            <a:spLocks xmlns:a="http://schemas.openxmlformats.org/drawingml/2006/main" noGrp="1"/>
          </p:cNvSpPr>
          <p:nvPr/>
        </p:nvSpPr>
        <p:spPr>
          <a:xfrm xmlns:a="http://schemas.openxmlformats.org/drawingml/2006/main">
            <a:off x="5107782" y="7064375"/>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50" b="0">
                <a:solidFill>
                  <a:srgbClr val="5A554E"/>
                </a:solidFill>
                <a:latin typeface="KoPubDotum"/>
                <a:ea typeface="KoPubDotum"/>
                <a:cs typeface="KoPubDotum"/>
              </a:defRPr>
            </a:defPPr>
          </a:lstStyle>
          <a:p xmlns:a="http://schemas.openxmlformats.org/drawingml/2006/main">
            <a:pPr algn="ctr">
              <a:lnSpc>
                <a:spcPct val="116000"/>
              </a:lnSpc>
              <a:buNone/>
              <a:defRPr sz="1050" b="0">
                <a:solidFill>
                  <a:srgbClr val="5A554E"/>
                </a:solidFill>
                <a:latin typeface="KoPubDotum"/>
                <a:ea typeface="KoPubDotum"/>
                <a:cs typeface="KoPubDotum"/>
              </a:defRPr>
            </a:pPr>
            <a:r>
              <a:rPr sz="1050" b="0">
                <a:solidFill>
                  <a:srgbClr val="5A554E"/>
                </a:solidFill>
                <a:latin typeface="KoPubDotum"/>
                <a:ea typeface="KoPubDotum"/>
                <a:cs typeface="KoPubDotum"/>
              </a:rPr>
              <a:t>35</a:t>
            </a:r>
          </a:p>
        </p:txBody>
      </p:sp>
      <p:pic>
        <p:nvPicPr>
          <p:cNvPr id="3" name="">
            <a:extLst xmlns:a="http://schemas.openxmlformats.org/drawingml/2006/main">
              <a:ext uri="{FF2B5EF4-FFF2-40B4-BE49-F238E27FC236}">
                <a16:creationId xmlns:a16="http://schemas.microsoft.com/office/drawing/2014/main" id="{1AEFCF12-59C9-483F-899C-FC55239A7038}"/>
              </a:ext>
            </a:extLst>
          </p:cNvPr>
          <p:cNvPicPr>
            <a:picLocks xmlns:a="http://schemas.openxmlformats.org/drawingml/2006/main" noChangeAspect="1"/>
          </p:cNvPicPr>
          <p:nvPr/>
        </p:nvPicPr>
        <p:blipFill>
          <a:blip xmlns:r="http://schemas.openxmlformats.org/officeDocument/2006/relationships" xmlns:a="http://schemas.openxmlformats.org/drawingml/2006/main" r:embed="R7f580814d3c84d2d"/>
          <a:stretch xmlns:a="http://schemas.openxmlformats.org/drawingml/2006/main"/>
        </p:blipFill>
        <p:spPr>
          <a:xfrm xmlns:a="http://schemas.openxmlformats.org/drawingml/2006/main">
            <a:off x="476250" y="2047875"/>
            <a:ext cx="6191250" cy="4535232"/>
          </a:xfrm>
          <a:prstGeom xmlns:a="http://schemas.openxmlformats.org/drawingml/2006/main" prst="rect">
            <a:avLst/>
          </a:prstGeom>
        </p:spPr>
      </p:pic>
      <p:sp>
        <p:nvSpPr>
          <p:cNvPr id="4" name="정지선 준비">
            <a:extLst xmlns:a="http://schemas.openxmlformats.org/drawingml/2006/main">
              <a:ext uri="{FF2B5EF4-FFF2-40B4-BE49-F238E27FC236}">
                <a16:creationId xmlns:a16="http://schemas.microsoft.com/office/drawing/2014/main" id="{70798BFF-0FA6-42A2-9EA4-C581278F3D1F}"/>
              </a:ext>
            </a:extLst>
          </p:cNvPr>
          <p:cNvSpPr>
            <a:spLocks xmlns:a="http://schemas.openxmlformats.org/drawingml/2006/main" noGrp="1"/>
          </p:cNvSpPr>
          <p:nvPr/>
        </p:nvSpPr>
        <p:spPr>
          <a:xfrm xmlns:a="http://schemas.openxmlformats.org/drawingml/2006/main">
            <a:off x="7048500" y="2190750"/>
            <a:ext cx="3167063" cy="3543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292929"/>
                </a:solidFill>
                <a:latin typeface="KoPubDotum"/>
                <a:ea typeface="KoPubDotum"/>
                <a:cs typeface="KoPubDotum"/>
              </a:defRPr>
            </a:defPPr>
          </a:lstStyle>
          <a:p xmlns:a="http://schemas.openxmlformats.org/drawingml/2006/main">
            <a:pPr algn="l">
              <a:lnSpc>
                <a:spcPct val="116000"/>
              </a:lnSpc>
              <a:buNone/>
              <a:defRPr sz="1800" b="1">
                <a:solidFill>
                  <a:srgbClr val="292929"/>
                </a:solidFill>
                <a:latin typeface="KoPubDotum"/>
                <a:ea typeface="KoPubDotum"/>
                <a:cs typeface="KoPubDotum"/>
              </a:defRPr>
            </a:pPr>
            <a:r>
              <a:rPr sz="1800" b="1">
                <a:solidFill>
                  <a:srgbClr val="292929"/>
                </a:solidFill>
                <a:latin typeface="KoPubDotum"/>
                <a:ea typeface="KoPubDotum"/>
                <a:cs typeface="KoPubDotum"/>
              </a:rPr>
              <a:t>정지선 준비</a:t>
            </a:r>
          </a:p>
        </p:txBody>
      </p:sp>
      <p:sp>
        <p:nvSpPr>
          <p:cNvPr id="5" name="흰 종이에 넓은 검정 테이프를&#10;붙입니다.&#10;컬러센서가 바닥을">
            <a:extLst xmlns:a="http://schemas.openxmlformats.org/drawingml/2006/main">
              <a:ext uri="{FF2B5EF4-FFF2-40B4-BE49-F238E27FC236}">
                <a16:creationId xmlns:a16="http://schemas.microsoft.com/office/drawing/2014/main" id="{1CE9FCD4-AD00-4F70-A5AB-1185460C37E2}"/>
              </a:ext>
            </a:extLst>
          </p:cNvPr>
          <p:cNvSpPr>
            <a:spLocks xmlns:a="http://schemas.openxmlformats.org/drawingml/2006/main" noGrp="1"/>
          </p:cNvSpPr>
          <p:nvPr/>
        </p:nvSpPr>
        <p:spPr>
          <a:xfrm xmlns:a="http://schemas.openxmlformats.org/drawingml/2006/main">
            <a:off x="7048500" y="2602230"/>
            <a:ext cx="3167063" cy="130149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292929"/>
                </a:solidFill>
                <a:latin typeface="KoPubDotum"/>
                <a:ea typeface="KoPubDotum"/>
                <a:cs typeface="KoPubDotum"/>
              </a:defRPr>
            </a:defPPr>
          </a:lstStyle>
          <a:p xmlns:a="http://schemas.openxmlformats.org/drawingml/2006/main">
            <a:pPr algn="l">
              <a:lnSpc>
                <a:spcPct val="116000"/>
              </a:lnSpc>
              <a:buNone/>
              <a:defRPr sz="1800" b="0">
                <a:solidFill>
                  <a:srgbClr val="292929"/>
                </a:solidFill>
                <a:latin typeface="KoPubDotum"/>
                <a:ea typeface="KoPubDotum"/>
                <a:cs typeface="KoPubDotum"/>
              </a:defRPr>
            </a:pPr>
            <a:r>
              <a:rPr sz="1800" b="0">
                <a:solidFill>
                  <a:srgbClr val="292929"/>
                </a:solidFill>
                <a:latin typeface="KoPubDotum"/>
                <a:ea typeface="KoPubDotum"/>
                <a:cs typeface="KoPubDotum"/>
              </a:rPr>
              <a:t>흰 종이에 넓은 검정 테이프를</a:t>
            </a:r>
          </a:p>
          <a:p xmlns:a="http://schemas.openxmlformats.org/drawingml/2006/main">
            <a:pPr algn="l">
              <a:lnSpc>
                <a:spcPct val="116000"/>
              </a:lnSpc>
              <a:buNone/>
              <a:defRPr sz="1800" b="0">
                <a:solidFill>
                  <a:srgbClr val="292929"/>
                </a:solidFill>
                <a:latin typeface="KoPubDotum"/>
                <a:ea typeface="KoPubDotum"/>
                <a:cs typeface="KoPubDotum"/>
              </a:defRPr>
            </a:pPr>
            <a:r>
              <a:rPr sz="1800" b="0">
                <a:solidFill>
                  <a:srgbClr val="292929"/>
                </a:solidFill>
                <a:latin typeface="KoPubDotum"/>
                <a:ea typeface="KoPubDotum"/>
                <a:cs typeface="KoPubDotum"/>
              </a:rPr>
              <a:t>붙입니다.</a:t>
            </a:r>
          </a:p>
          <a:p xmlns:a="http://schemas.openxmlformats.org/drawingml/2006/main">
            <a:pPr algn="l">
              <a:lnSpc>
                <a:spcPct val="116000"/>
              </a:lnSpc>
              <a:buNone/>
              <a:defRPr sz="1800" b="0">
                <a:solidFill>
                  <a:srgbClr val="292929"/>
                </a:solidFill>
                <a:latin typeface="KoPubDotum"/>
                <a:ea typeface="KoPubDotum"/>
                <a:cs typeface="KoPubDotum"/>
              </a:defRPr>
            </a:pPr>
            <a:r>
              <a:rPr sz="1800" b="0">
                <a:solidFill>
                  <a:srgbClr val="292929"/>
                </a:solidFill>
                <a:latin typeface="KoPubDotum"/>
                <a:ea typeface="KoPubDotum"/>
                <a:cs typeface="KoPubDotum"/>
              </a:rPr>
              <a:t>컬러센서가 바닥을 보도록</a:t>
            </a:r>
          </a:p>
          <a:p xmlns:a="http://schemas.openxmlformats.org/drawingml/2006/main">
            <a:pPr algn="l">
              <a:lnSpc>
                <a:spcPct val="116000"/>
              </a:lnSpc>
              <a:buNone/>
              <a:defRPr sz="1800" b="0">
                <a:solidFill>
                  <a:srgbClr val="292929"/>
                </a:solidFill>
                <a:latin typeface="KoPubDotum"/>
                <a:ea typeface="KoPubDotum"/>
                <a:cs typeface="KoPubDotum"/>
              </a:defRPr>
            </a:pPr>
            <a:r>
              <a:rPr sz="1800" b="0">
                <a:solidFill>
                  <a:srgbClr val="292929"/>
                </a:solidFill>
                <a:latin typeface="KoPubDotum"/>
                <a:ea typeface="KoPubDotum"/>
                <a:cs typeface="KoPubDotum"/>
              </a:rPr>
              <a:t>고정합니다.</a:t>
            </a:r>
          </a:p>
        </p:txBody>
      </p:sp>
      <p:sp>
        <p:nvSpPr>
          <p:cNvPr id="6" name="코딩 전 확인">
            <a:extLst xmlns:a="http://schemas.openxmlformats.org/drawingml/2006/main">
              <a:ext uri="{FF2B5EF4-FFF2-40B4-BE49-F238E27FC236}">
                <a16:creationId xmlns:a16="http://schemas.microsoft.com/office/drawing/2014/main" id="{7DCF6253-08DD-4D64-B4AF-51F486800EA9}"/>
              </a:ext>
            </a:extLst>
          </p:cNvPr>
          <p:cNvSpPr>
            <a:spLocks xmlns:a="http://schemas.openxmlformats.org/drawingml/2006/main" noGrp="1"/>
          </p:cNvSpPr>
          <p:nvPr/>
        </p:nvSpPr>
        <p:spPr>
          <a:xfrm xmlns:a="http://schemas.openxmlformats.org/drawingml/2006/main">
            <a:off x="7048500" y="4113276"/>
            <a:ext cx="3167063" cy="3543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292929"/>
                </a:solidFill>
                <a:latin typeface="KoPubDotum"/>
                <a:ea typeface="KoPubDotum"/>
                <a:cs typeface="KoPubDotum"/>
              </a:defRPr>
            </a:defPPr>
          </a:lstStyle>
          <a:p xmlns:a="http://schemas.openxmlformats.org/drawingml/2006/main">
            <a:pPr algn="l">
              <a:lnSpc>
                <a:spcPct val="116000"/>
              </a:lnSpc>
              <a:buNone/>
              <a:defRPr sz="1800" b="1">
                <a:solidFill>
                  <a:srgbClr val="292929"/>
                </a:solidFill>
                <a:latin typeface="KoPubDotum"/>
                <a:ea typeface="KoPubDotum"/>
                <a:cs typeface="KoPubDotum"/>
              </a:defRPr>
            </a:pPr>
            <a:r>
              <a:rPr sz="1800" b="1">
                <a:solidFill>
                  <a:srgbClr val="292929"/>
                </a:solidFill>
                <a:latin typeface="KoPubDotum"/>
                <a:ea typeface="KoPubDotum"/>
                <a:cs typeface="KoPubDotum"/>
              </a:rPr>
              <a:t>코딩 전 확인</a:t>
            </a:r>
          </a:p>
        </p:txBody>
      </p:sp>
      <p:sp>
        <p:nvSpPr>
          <p:cNvPr id="7" name="검정과 흰색을 번갈아 대고&#10;색상값을 봅니다.&#10;검정이 감지되">
            <a:extLst xmlns:a="http://schemas.openxmlformats.org/drawingml/2006/main">
              <a:ext uri="{FF2B5EF4-FFF2-40B4-BE49-F238E27FC236}">
                <a16:creationId xmlns:a16="http://schemas.microsoft.com/office/drawing/2014/main" id="{7BD220E9-4772-4FD6-A167-9B2F16A61577}"/>
              </a:ext>
            </a:extLst>
          </p:cNvPr>
          <p:cNvSpPr>
            <a:spLocks xmlns:a="http://schemas.openxmlformats.org/drawingml/2006/main" noGrp="1"/>
          </p:cNvSpPr>
          <p:nvPr/>
        </p:nvSpPr>
        <p:spPr>
          <a:xfrm xmlns:a="http://schemas.openxmlformats.org/drawingml/2006/main">
            <a:off x="7048500" y="4524756"/>
            <a:ext cx="3167063" cy="130149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292929"/>
                </a:solidFill>
                <a:latin typeface="KoPubDotum"/>
                <a:ea typeface="KoPubDotum"/>
                <a:cs typeface="KoPubDotum"/>
              </a:defRPr>
            </a:defPPr>
          </a:lstStyle>
          <a:p xmlns:a="http://schemas.openxmlformats.org/drawingml/2006/main">
            <a:pPr algn="l">
              <a:lnSpc>
                <a:spcPct val="116000"/>
              </a:lnSpc>
              <a:buNone/>
              <a:defRPr sz="1800" b="0">
                <a:solidFill>
                  <a:srgbClr val="292929"/>
                </a:solidFill>
                <a:latin typeface="KoPubDotum"/>
                <a:ea typeface="KoPubDotum"/>
                <a:cs typeface="KoPubDotum"/>
              </a:defRPr>
            </a:pPr>
            <a:r>
              <a:rPr sz="1800" b="0">
                <a:solidFill>
                  <a:srgbClr val="292929"/>
                </a:solidFill>
                <a:latin typeface="KoPubDotum"/>
                <a:ea typeface="KoPubDotum"/>
                <a:cs typeface="KoPubDotum"/>
              </a:rPr>
              <a:t>검정과 흰색을 번갈아 대고</a:t>
            </a:r>
          </a:p>
          <a:p xmlns:a="http://schemas.openxmlformats.org/drawingml/2006/main">
            <a:pPr algn="l">
              <a:lnSpc>
                <a:spcPct val="116000"/>
              </a:lnSpc>
              <a:buNone/>
              <a:defRPr sz="1800" b="0">
                <a:solidFill>
                  <a:srgbClr val="292929"/>
                </a:solidFill>
                <a:latin typeface="KoPubDotum"/>
                <a:ea typeface="KoPubDotum"/>
                <a:cs typeface="KoPubDotum"/>
              </a:defRPr>
            </a:pPr>
            <a:r>
              <a:rPr sz="1800" b="0">
                <a:solidFill>
                  <a:srgbClr val="292929"/>
                </a:solidFill>
                <a:latin typeface="KoPubDotum"/>
                <a:ea typeface="KoPubDotum"/>
                <a:cs typeface="KoPubDotum"/>
              </a:rPr>
              <a:t>색상값을 봅니다.</a:t>
            </a:r>
          </a:p>
          <a:p xmlns:a="http://schemas.openxmlformats.org/drawingml/2006/main">
            <a:pPr algn="l">
              <a:lnSpc>
                <a:spcPct val="116000"/>
              </a:lnSpc>
              <a:buNone/>
              <a:defRPr sz="1800" b="0">
                <a:solidFill>
                  <a:srgbClr val="292929"/>
                </a:solidFill>
                <a:latin typeface="KoPubDotum"/>
                <a:ea typeface="KoPubDotum"/>
                <a:cs typeface="KoPubDotum"/>
              </a:defRPr>
            </a:pPr>
            <a:r>
              <a:rPr sz="1800" b="0">
                <a:solidFill>
                  <a:srgbClr val="292929"/>
                </a:solidFill>
                <a:latin typeface="KoPubDotum"/>
                <a:ea typeface="KoPubDotum"/>
                <a:cs typeface="KoPubDotum"/>
              </a:rPr>
              <a:t>검정이 감지되면 멈추도록 블록을</a:t>
            </a:r>
          </a:p>
          <a:p xmlns:a="http://schemas.openxmlformats.org/drawingml/2006/main">
            <a:pPr algn="l">
              <a:lnSpc>
                <a:spcPct val="116000"/>
              </a:lnSpc>
              <a:buNone/>
              <a:defRPr sz="1800" b="0">
                <a:solidFill>
                  <a:srgbClr val="292929"/>
                </a:solidFill>
                <a:latin typeface="KoPubDotum"/>
                <a:ea typeface="KoPubDotum"/>
                <a:cs typeface="KoPubDotum"/>
              </a:defRPr>
            </a:pPr>
            <a:r>
              <a:rPr sz="1800" b="0">
                <a:solidFill>
                  <a:srgbClr val="292929"/>
                </a:solidFill>
                <a:latin typeface="KoPubDotum"/>
                <a:ea typeface="KoPubDotum"/>
                <a:cs typeface="KoPubDotum"/>
              </a:rPr>
              <a:t>붙입니다.</a:t>
            </a:r>
          </a:p>
        </p:txBody>
      </p:sp>
    </p:spTree>
    <p:extLst>
      <p:ext uri="{BB962C8B-B14F-4D97-AF65-F5344CB8AC3E}">
        <p14:creationId xmlns:p14="http://schemas.microsoft.com/office/powerpoint/2010/main" val="1541659060"/>
      </p:ext>
    </p:extLst>
  </p:cSld>
</p:sld>
</file>

<file path=ppt/slides/slide36.xml><?xml version="1.0" encoding="utf-8"?>
<p:sld xmlns:p="http://schemas.openxmlformats.org/presentationml/2006/main">
  <p:cSld>
    <p:spTree>
      <p:nvGrpSpPr>
        <p:cNvPr id="1" name=""/>
        <p:cNvGrpSpPr/>
        <p:nvPr/>
      </p:nvGrpSpPr>
      <p:grpSpPr>
        <a:xfrm xmlns:a="http://schemas.openxmlformats.org/drawingml/2006/main"/>
      </p:grpSpPr>
      <p:sp>
        <p:nvSpPr>
          <p:cNvPr id="8" name="Hub 각도로 90° 회전">
            <a:extLst xmlns:a="http://schemas.openxmlformats.org/drawingml/2006/main">
              <a:ext uri="{FF2B5EF4-FFF2-40B4-BE49-F238E27FC236}">
                <a16:creationId xmlns:a16="http://schemas.microsoft.com/office/drawing/2014/main" id="{86CEBAF2-78C2-4C9F-AD14-E6BEEAACF051}"/>
              </a:ext>
            </a:extLst>
          </p:cNvPr>
          <p:cNvSpPr>
            <a:spLocks xmlns:a="http://schemas.openxmlformats.org/drawingml/2006/main" noGrp="1"/>
          </p:cNvSpPr>
          <p:nvPr/>
        </p:nvSpPr>
        <p:spPr>
          <a:xfrm xmlns:a="http://schemas.openxmlformats.org/drawingml/2006/main">
            <a:off x="476250" y="1428750"/>
            <a:ext cx="9739313"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292929"/>
                </a:solidFill>
                <a:latin typeface="KoPubDotum"/>
                <a:ea typeface="KoPubDotum"/>
                <a:cs typeface="KoPubDotum"/>
              </a:defRPr>
            </a:defPPr>
          </a:lstStyle>
          <a:p xmlns:a="http://schemas.openxmlformats.org/drawingml/2006/main">
            <a:pPr algn="l">
              <a:lnSpc>
                <a:spcPct val="116000"/>
              </a:lnSpc>
              <a:buNone/>
              <a:defRPr sz="1950" b="0">
                <a:solidFill>
                  <a:srgbClr val="292929"/>
                </a:solidFill>
                <a:latin typeface="KoPubDotum"/>
                <a:ea typeface="KoPubDotum"/>
                <a:cs typeface="KoPubDotum"/>
              </a:defRPr>
            </a:pPr>
            <a:r>
              <a:rPr sz="1950" b="0">
                <a:solidFill>
                  <a:srgbClr val="292929"/>
                </a:solidFill>
                <a:latin typeface="KoPubDotum"/>
                <a:ea typeface="KoPubDotum"/>
                <a:cs typeface="KoPubDotum"/>
              </a:rPr>
              <a:t>Hub 각도로 90° 회전</a:t>
            </a:r>
          </a:p>
        </p:txBody>
      </p:sp>
      <p:sp>
        <p:nvSpPr>
          <p:cNvPr id="2" name="36">
            <a:extLst xmlns:a="http://schemas.openxmlformats.org/drawingml/2006/main">
              <a:ext uri="{FF2B5EF4-FFF2-40B4-BE49-F238E27FC236}">
                <a16:creationId xmlns:a16="http://schemas.microsoft.com/office/drawing/2014/main" id="{5AF106BF-D701-4110-82F7-99393903A770}"/>
              </a:ext>
            </a:extLst>
          </p:cNvPr>
          <p:cNvSpPr>
            <a:spLocks xmlns:a="http://schemas.openxmlformats.org/drawingml/2006/main" noGrp="1"/>
          </p:cNvSpPr>
          <p:nvPr/>
        </p:nvSpPr>
        <p:spPr>
          <a:xfrm xmlns:a="http://schemas.openxmlformats.org/drawingml/2006/main">
            <a:off x="5107782" y="7064375"/>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50" b="0">
                <a:solidFill>
                  <a:srgbClr val="5A554E"/>
                </a:solidFill>
                <a:latin typeface="KoPubDotum"/>
                <a:ea typeface="KoPubDotum"/>
                <a:cs typeface="KoPubDotum"/>
              </a:defRPr>
            </a:defPPr>
          </a:lstStyle>
          <a:p xmlns:a="http://schemas.openxmlformats.org/drawingml/2006/main">
            <a:pPr algn="ctr">
              <a:lnSpc>
                <a:spcPct val="116000"/>
              </a:lnSpc>
              <a:buNone/>
              <a:defRPr sz="1050" b="0">
                <a:solidFill>
                  <a:srgbClr val="5A554E"/>
                </a:solidFill>
                <a:latin typeface="KoPubDotum"/>
                <a:ea typeface="KoPubDotum"/>
                <a:cs typeface="KoPubDotum"/>
              </a:defRPr>
            </a:pPr>
            <a:r>
              <a:rPr sz="1050" b="0">
                <a:solidFill>
                  <a:srgbClr val="5A554E"/>
                </a:solidFill>
                <a:latin typeface="KoPubDotum"/>
                <a:ea typeface="KoPubDotum"/>
                <a:cs typeface="KoPubDotum"/>
              </a:rPr>
              <a:t>36</a:t>
            </a:r>
          </a:p>
        </p:txBody>
      </p:sp>
      <p:pic>
        <p:nvPicPr>
          <p:cNvPr id="3" name="">
            <a:extLst xmlns:a="http://schemas.openxmlformats.org/drawingml/2006/main">
              <a:ext uri="{FF2B5EF4-FFF2-40B4-BE49-F238E27FC236}">
                <a16:creationId xmlns:a16="http://schemas.microsoft.com/office/drawing/2014/main" id="{0E8C905C-597D-4BDF-B47F-FD8CB9F10B69}"/>
              </a:ext>
            </a:extLst>
          </p:cNvPr>
          <p:cNvPicPr>
            <a:picLocks xmlns:a="http://schemas.openxmlformats.org/drawingml/2006/main" noChangeAspect="1"/>
          </p:cNvPicPr>
          <p:nvPr/>
        </p:nvPicPr>
        <p:blipFill>
          <a:blip xmlns:r="http://schemas.openxmlformats.org/officeDocument/2006/relationships" xmlns:a="http://schemas.openxmlformats.org/drawingml/2006/main" r:embed="R8ef48cf312664254"/>
          <a:stretch xmlns:a="http://schemas.openxmlformats.org/drawingml/2006/main"/>
        </p:blipFill>
        <p:spPr>
          <a:xfrm xmlns:a="http://schemas.openxmlformats.org/drawingml/2006/main">
            <a:off x="476250" y="2047875"/>
            <a:ext cx="6191250" cy="3278011"/>
          </a:xfrm>
          <a:prstGeom xmlns:a="http://schemas.openxmlformats.org/drawingml/2006/main" prst="rect">
            <a:avLst/>
          </a:prstGeom>
        </p:spPr>
      </p:pic>
      <p:sp>
        <p:nvSpPr>
          <p:cNvPr id="4" name="멈추는 조건">
            <a:extLst xmlns:a="http://schemas.openxmlformats.org/drawingml/2006/main">
              <a:ext uri="{FF2B5EF4-FFF2-40B4-BE49-F238E27FC236}">
                <a16:creationId xmlns:a16="http://schemas.microsoft.com/office/drawing/2014/main" id="{AB37DD19-773F-4655-B1F4-9E9FFF0077D5}"/>
              </a:ext>
            </a:extLst>
          </p:cNvPr>
          <p:cNvSpPr>
            <a:spLocks xmlns:a="http://schemas.openxmlformats.org/drawingml/2006/main" noGrp="1"/>
          </p:cNvSpPr>
          <p:nvPr/>
        </p:nvSpPr>
        <p:spPr>
          <a:xfrm xmlns:a="http://schemas.openxmlformats.org/drawingml/2006/main">
            <a:off x="7048500" y="2190750"/>
            <a:ext cx="3167063" cy="3543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292929"/>
                </a:solidFill>
                <a:latin typeface="KoPubDotum"/>
                <a:ea typeface="KoPubDotum"/>
                <a:cs typeface="KoPubDotum"/>
              </a:defRPr>
            </a:defPPr>
          </a:lstStyle>
          <a:p xmlns:a="http://schemas.openxmlformats.org/drawingml/2006/main">
            <a:pPr algn="l">
              <a:lnSpc>
                <a:spcPct val="116000"/>
              </a:lnSpc>
              <a:buNone/>
              <a:defRPr sz="1800" b="1">
                <a:solidFill>
                  <a:srgbClr val="292929"/>
                </a:solidFill>
                <a:latin typeface="KoPubDotum"/>
                <a:ea typeface="KoPubDotum"/>
                <a:cs typeface="KoPubDotum"/>
              </a:defRPr>
            </a:pPr>
            <a:r>
              <a:rPr sz="1800" b="1">
                <a:solidFill>
                  <a:srgbClr val="292929"/>
                </a:solidFill>
                <a:latin typeface="KoPubDotum"/>
                <a:ea typeface="KoPubDotum"/>
                <a:cs typeface="KoPubDotum"/>
              </a:rPr>
              <a:t>멈추는 조건</a:t>
            </a:r>
          </a:p>
        </p:txBody>
      </p:sp>
      <p:sp>
        <p:nvSpPr>
          <p:cNvPr id="5" name="요 각도를 0으로 초기화합니다.&#10;|요 각도| ≥ 90이면 ">
            <a:extLst xmlns:a="http://schemas.openxmlformats.org/drawingml/2006/main">
              <a:ext uri="{FF2B5EF4-FFF2-40B4-BE49-F238E27FC236}">
                <a16:creationId xmlns:a16="http://schemas.microsoft.com/office/drawing/2014/main" id="{2D163208-A104-4473-AB08-EC6A827E60F5}"/>
              </a:ext>
            </a:extLst>
          </p:cNvPr>
          <p:cNvSpPr>
            <a:spLocks xmlns:a="http://schemas.openxmlformats.org/drawingml/2006/main" noGrp="1"/>
          </p:cNvSpPr>
          <p:nvPr/>
        </p:nvSpPr>
        <p:spPr>
          <a:xfrm xmlns:a="http://schemas.openxmlformats.org/drawingml/2006/main">
            <a:off x="7048500" y="2602230"/>
            <a:ext cx="3167063" cy="99517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292929"/>
                </a:solidFill>
                <a:latin typeface="KoPubDotum"/>
                <a:ea typeface="KoPubDotum"/>
                <a:cs typeface="KoPubDotum"/>
              </a:defRPr>
            </a:defPPr>
          </a:lstStyle>
          <a:p xmlns:a="http://schemas.openxmlformats.org/drawingml/2006/main">
            <a:pPr algn="l">
              <a:lnSpc>
                <a:spcPct val="116000"/>
              </a:lnSpc>
              <a:buNone/>
              <a:defRPr sz="1800" b="0">
                <a:solidFill>
                  <a:srgbClr val="292929"/>
                </a:solidFill>
                <a:latin typeface="KoPubDotum"/>
                <a:ea typeface="KoPubDotum"/>
                <a:cs typeface="KoPubDotum"/>
              </a:defRPr>
            </a:pPr>
            <a:r>
              <a:rPr sz="1800" b="0">
                <a:solidFill>
                  <a:srgbClr val="292929"/>
                </a:solidFill>
                <a:latin typeface="KoPubDotum"/>
                <a:ea typeface="KoPubDotum"/>
                <a:cs typeface="KoPubDotum"/>
              </a:rPr>
              <a:t>요 각도를 0으로 초기화합니다.</a:t>
            </a:r>
          </a:p>
          <a:p xmlns:a="http://schemas.openxmlformats.org/drawingml/2006/main">
            <a:pPr algn="l">
              <a:lnSpc>
                <a:spcPct val="116000"/>
              </a:lnSpc>
              <a:buNone/>
              <a:defRPr sz="1800" b="0">
                <a:solidFill>
                  <a:srgbClr val="292929"/>
                </a:solidFill>
                <a:latin typeface="KoPubDotum"/>
                <a:ea typeface="KoPubDotum"/>
                <a:cs typeface="KoPubDotum"/>
              </a:defRPr>
            </a:pPr>
            <a:r>
              <a:rPr sz="1800" b="0">
                <a:solidFill>
                  <a:srgbClr val="292929"/>
                </a:solidFill>
                <a:latin typeface="KoPubDotum"/>
                <a:ea typeface="KoPubDotum"/>
                <a:cs typeface="KoPubDotum"/>
              </a:rPr>
              <a:t>|요 각도| ≥ 90이면 멈춥니다.</a:t>
            </a:r>
          </a:p>
          <a:p xmlns:a="http://schemas.openxmlformats.org/drawingml/2006/main">
            <a:pPr algn="l">
              <a:lnSpc>
                <a:spcPct val="116000"/>
              </a:lnSpc>
              <a:buNone/>
              <a:defRPr sz="1800" b="0">
                <a:solidFill>
                  <a:srgbClr val="292929"/>
                </a:solidFill>
                <a:latin typeface="KoPubDotum"/>
                <a:ea typeface="KoPubDotum"/>
                <a:cs typeface="KoPubDotum"/>
              </a:defRPr>
            </a:pPr>
            <a:r>
              <a:rPr sz="1800" b="0">
                <a:solidFill>
                  <a:srgbClr val="292929"/>
                </a:solidFill>
                <a:latin typeface="KoPubDotum"/>
                <a:ea typeface="KoPubDotum"/>
                <a:cs typeface="KoPubDotum"/>
              </a:rPr>
              <a:t>5초를 넘겨도 멈춥니다.</a:t>
            </a:r>
          </a:p>
        </p:txBody>
      </p:sp>
      <p:sp>
        <p:nvSpPr>
          <p:cNvPr id="6" name="회전 전 확인">
            <a:extLst xmlns:a="http://schemas.openxmlformats.org/drawingml/2006/main">
              <a:ext uri="{FF2B5EF4-FFF2-40B4-BE49-F238E27FC236}">
                <a16:creationId xmlns:a16="http://schemas.microsoft.com/office/drawing/2014/main" id="{D06A4B57-AC14-4772-B4C1-21DCB5CD071D}"/>
              </a:ext>
            </a:extLst>
          </p:cNvPr>
          <p:cNvSpPr>
            <a:spLocks xmlns:a="http://schemas.openxmlformats.org/drawingml/2006/main" noGrp="1"/>
          </p:cNvSpPr>
          <p:nvPr/>
        </p:nvSpPr>
        <p:spPr>
          <a:xfrm xmlns:a="http://schemas.openxmlformats.org/drawingml/2006/main">
            <a:off x="7048500" y="3806952"/>
            <a:ext cx="3167063" cy="3543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292929"/>
                </a:solidFill>
                <a:latin typeface="KoPubDotum"/>
                <a:ea typeface="KoPubDotum"/>
                <a:cs typeface="KoPubDotum"/>
              </a:defRPr>
            </a:defPPr>
          </a:lstStyle>
          <a:p xmlns:a="http://schemas.openxmlformats.org/drawingml/2006/main">
            <a:pPr algn="l">
              <a:lnSpc>
                <a:spcPct val="116000"/>
              </a:lnSpc>
              <a:buNone/>
              <a:defRPr sz="1800" b="1">
                <a:solidFill>
                  <a:srgbClr val="292929"/>
                </a:solidFill>
                <a:latin typeface="KoPubDotum"/>
                <a:ea typeface="KoPubDotum"/>
                <a:cs typeface="KoPubDotum"/>
              </a:defRPr>
            </a:pPr>
            <a:r>
              <a:rPr sz="1800" b="1">
                <a:solidFill>
                  <a:srgbClr val="292929"/>
                </a:solidFill>
                <a:latin typeface="KoPubDotum"/>
                <a:ea typeface="KoPubDotum"/>
                <a:cs typeface="KoPubDotum"/>
              </a:rPr>
              <a:t>회전 전 확인</a:t>
            </a:r>
          </a:p>
        </p:txBody>
      </p:sp>
      <p:sp>
        <p:nvSpPr>
          <p:cNvPr id="7" name="차체를 손으로 돌려&#10;각도의 부호를 봅니다.&#10;그다음 낮은 속">
            <a:extLst xmlns:a="http://schemas.openxmlformats.org/drawingml/2006/main">
              <a:ext uri="{FF2B5EF4-FFF2-40B4-BE49-F238E27FC236}">
                <a16:creationId xmlns:a16="http://schemas.microsoft.com/office/drawing/2014/main" id="{43DFD4DA-451C-4071-8598-8802A8212C36}"/>
              </a:ext>
            </a:extLst>
          </p:cNvPr>
          <p:cNvSpPr>
            <a:spLocks xmlns:a="http://schemas.openxmlformats.org/drawingml/2006/main" noGrp="1"/>
          </p:cNvSpPr>
          <p:nvPr/>
        </p:nvSpPr>
        <p:spPr>
          <a:xfrm xmlns:a="http://schemas.openxmlformats.org/drawingml/2006/main">
            <a:off x="7048500" y="4218432"/>
            <a:ext cx="3167063" cy="99517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292929"/>
                </a:solidFill>
                <a:latin typeface="KoPubDotum"/>
                <a:ea typeface="KoPubDotum"/>
                <a:cs typeface="KoPubDotum"/>
              </a:defRPr>
            </a:defPPr>
          </a:lstStyle>
          <a:p xmlns:a="http://schemas.openxmlformats.org/drawingml/2006/main">
            <a:pPr algn="l">
              <a:lnSpc>
                <a:spcPct val="116000"/>
              </a:lnSpc>
              <a:buNone/>
              <a:defRPr sz="1800" b="0">
                <a:solidFill>
                  <a:srgbClr val="292929"/>
                </a:solidFill>
                <a:latin typeface="KoPubDotum"/>
                <a:ea typeface="KoPubDotum"/>
                <a:cs typeface="KoPubDotum"/>
              </a:defRPr>
            </a:pPr>
            <a:r>
              <a:rPr sz="1800" b="0">
                <a:solidFill>
                  <a:srgbClr val="292929"/>
                </a:solidFill>
                <a:latin typeface="KoPubDotum"/>
                <a:ea typeface="KoPubDotum"/>
                <a:cs typeface="KoPubDotum"/>
              </a:rPr>
              <a:t>차체를 손으로 돌려</a:t>
            </a:r>
          </a:p>
          <a:p xmlns:a="http://schemas.openxmlformats.org/drawingml/2006/main">
            <a:pPr algn="l">
              <a:lnSpc>
                <a:spcPct val="116000"/>
              </a:lnSpc>
              <a:buNone/>
              <a:defRPr sz="1800" b="0">
                <a:solidFill>
                  <a:srgbClr val="292929"/>
                </a:solidFill>
                <a:latin typeface="KoPubDotum"/>
                <a:ea typeface="KoPubDotum"/>
                <a:cs typeface="KoPubDotum"/>
              </a:defRPr>
            </a:pPr>
            <a:r>
              <a:rPr sz="1800" b="0">
                <a:solidFill>
                  <a:srgbClr val="292929"/>
                </a:solidFill>
                <a:latin typeface="KoPubDotum"/>
                <a:ea typeface="KoPubDotum"/>
                <a:cs typeface="KoPubDotum"/>
              </a:rPr>
              <a:t>각도의 부호를 봅니다.</a:t>
            </a:r>
          </a:p>
          <a:p xmlns:a="http://schemas.openxmlformats.org/drawingml/2006/main">
            <a:pPr algn="l">
              <a:lnSpc>
                <a:spcPct val="116000"/>
              </a:lnSpc>
              <a:buNone/>
              <a:defRPr sz="1800" b="0">
                <a:solidFill>
                  <a:srgbClr val="292929"/>
                </a:solidFill>
                <a:latin typeface="KoPubDotum"/>
                <a:ea typeface="KoPubDotum"/>
                <a:cs typeface="KoPubDotum"/>
              </a:defRPr>
            </a:pPr>
            <a:r>
              <a:rPr sz="1800" b="0">
                <a:solidFill>
                  <a:srgbClr val="292929"/>
                </a:solidFill>
                <a:latin typeface="KoPubDotum"/>
                <a:ea typeface="KoPubDotum"/>
                <a:cs typeface="KoPubDotum"/>
              </a:rPr>
              <a:t>그다음 낮은 속도로 시험합니다.</a:t>
            </a:r>
          </a:p>
        </p:txBody>
      </p:sp>
    </p:spTree>
    <p:extLst>
      <p:ext uri="{BB962C8B-B14F-4D97-AF65-F5344CB8AC3E}">
        <p14:creationId xmlns:p14="http://schemas.microsoft.com/office/powerpoint/2010/main" val="628023570"/>
      </p:ext>
    </p:extLst>
  </p:cSld>
</p:sld>
</file>

<file path=ppt/slides/slide37.xml><?xml version="1.0" encoding="utf-8"?>
<p:sld xmlns:p="http://schemas.openxmlformats.org/presentationml/2006/main">
  <p:cSld>
    <p:spTree>
      <p:nvGrpSpPr>
        <p:cNvPr id="1" name=""/>
        <p:cNvGrpSpPr/>
        <p:nvPr/>
      </p:nvGrpSpPr>
      <p:grpSpPr>
        <a:xfrm xmlns:a="http://schemas.openxmlformats.org/drawingml/2006/main"/>
      </p:grpSpPr>
      <p:sp>
        <p:nvSpPr>
          <p:cNvPr id="4" name="학교에서 해볼 40분 활동">
            <a:extLst xmlns:a="http://schemas.openxmlformats.org/drawingml/2006/main">
              <a:ext uri="{FF2B5EF4-FFF2-40B4-BE49-F238E27FC236}">
                <a16:creationId xmlns:a16="http://schemas.microsoft.com/office/drawing/2014/main" id="{EAA2299A-A05F-4628-87AD-BBFEE437B418}"/>
              </a:ext>
            </a:extLst>
          </p:cNvPr>
          <p:cNvSpPr>
            <a:spLocks xmlns:a="http://schemas.openxmlformats.org/drawingml/2006/main" noGrp="1"/>
          </p:cNvSpPr>
          <p:nvPr/>
        </p:nvSpPr>
        <p:spPr>
          <a:xfrm xmlns:a="http://schemas.openxmlformats.org/drawingml/2006/main">
            <a:off x="476250" y="1428750"/>
            <a:ext cx="9739313"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292929"/>
                </a:solidFill>
                <a:latin typeface="KoPubDotum"/>
                <a:ea typeface="KoPubDotum"/>
                <a:cs typeface="KoPubDotum"/>
              </a:defRPr>
            </a:defPPr>
          </a:lstStyle>
          <a:p xmlns:a="http://schemas.openxmlformats.org/drawingml/2006/main">
            <a:pPr algn="l">
              <a:lnSpc>
                <a:spcPct val="116000"/>
              </a:lnSpc>
              <a:buNone/>
              <a:defRPr sz="1950" b="0">
                <a:solidFill>
                  <a:srgbClr val="292929"/>
                </a:solidFill>
                <a:latin typeface="KoPubDotum"/>
                <a:ea typeface="KoPubDotum"/>
                <a:cs typeface="KoPubDotum"/>
              </a:defRPr>
            </a:pPr>
            <a:r>
              <a:rPr sz="1950" b="0">
                <a:solidFill>
                  <a:srgbClr val="292929"/>
                </a:solidFill>
                <a:latin typeface="KoPubDotum"/>
                <a:ea typeface="KoPubDotum"/>
                <a:cs typeface="KoPubDotum"/>
              </a:rPr>
              <a:t>학교에서 해볼 40분 활동</a:t>
            </a:r>
          </a:p>
        </p:txBody>
      </p:sp>
      <p:sp>
        <p:nvSpPr>
          <p:cNvPr id="2" name="37">
            <a:extLst xmlns:a="http://schemas.openxmlformats.org/drawingml/2006/main">
              <a:ext uri="{FF2B5EF4-FFF2-40B4-BE49-F238E27FC236}">
                <a16:creationId xmlns:a16="http://schemas.microsoft.com/office/drawing/2014/main" id="{927B4DCC-7E65-457F-B865-4FD663B9D341}"/>
              </a:ext>
            </a:extLst>
          </p:cNvPr>
          <p:cNvSpPr>
            <a:spLocks xmlns:a="http://schemas.openxmlformats.org/drawingml/2006/main" noGrp="1"/>
          </p:cNvSpPr>
          <p:nvPr/>
        </p:nvSpPr>
        <p:spPr>
          <a:xfrm xmlns:a="http://schemas.openxmlformats.org/drawingml/2006/main">
            <a:off x="5107782" y="7064375"/>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50" b="0">
                <a:solidFill>
                  <a:srgbClr val="5A554E"/>
                </a:solidFill>
                <a:latin typeface="KoPubDotum"/>
                <a:ea typeface="KoPubDotum"/>
                <a:cs typeface="KoPubDotum"/>
              </a:defRPr>
            </a:defPPr>
          </a:lstStyle>
          <a:p xmlns:a="http://schemas.openxmlformats.org/drawingml/2006/main">
            <a:pPr algn="ctr">
              <a:lnSpc>
                <a:spcPct val="116000"/>
              </a:lnSpc>
              <a:buNone/>
              <a:defRPr sz="1050" b="0">
                <a:solidFill>
                  <a:srgbClr val="5A554E"/>
                </a:solidFill>
                <a:latin typeface="KoPubDotum"/>
                <a:ea typeface="KoPubDotum"/>
                <a:cs typeface="KoPubDotum"/>
              </a:defRPr>
            </a:pPr>
            <a:r>
              <a:rPr sz="1050" b="0">
                <a:solidFill>
                  <a:srgbClr val="5A554E"/>
                </a:solidFill>
                <a:latin typeface="KoPubDotum"/>
                <a:ea typeface="KoPubDotum"/>
                <a:cs typeface="KoPubDotum"/>
              </a:rPr>
              <a:t>37</a:t>
            </a:r>
          </a:p>
        </p:txBody>
      </p:sp>
      <p:graphicFrame>
        <p:nvGraphicFramePr>
          <p:cNvPr id="3" name="">
            <a:extLst xmlns:a="http://schemas.openxmlformats.org/drawingml/2006/main">
              <a:ext uri="{FF2B5EF4-FFF2-40B4-BE49-F238E27FC236}">
                <a16:creationId xmlns:a16="http://schemas.microsoft.com/office/drawing/2014/main" id="{2008E5C8-C3B2-4AA4-B270-3FDCDC44B38D}"/>
              </a:ext>
            </a:extLst>
          </p:cNvPr>
          <p:cNvGraphicFramePr/>
          <p:nvPr/>
        </p:nvGraphicFramePr>
        <p:xfrm>
          <a:off xmlns:a="http://schemas.openxmlformats.org/drawingml/2006/main" x="476250" y="1981200"/>
          <a:ext xmlns:a="http://schemas.openxmlformats.org/drawingml/2006/main" cx="9739313" cy="3886200"/>
        </p:xfrm>
        <a:graphic xmlns:a="http://schemas.openxmlformats.org/drawingml/2006/main">
          <a:graphicData uri="http://schemas.openxmlformats.org/drawingml/2006/table">
            <a:tbl>
              <a:tblPr/>
              <a:tblGrid>
                <a:gridCol w="1947863"/>
                <a:gridCol w="3895725"/>
                <a:gridCol w="3895725"/>
              </a:tblGrid>
              <a:tr h="457200">
                <a:tc>
                  <a:txBody>
                    <a:bodyPr lIns="133350" tIns="114300" rIns="114300" bIns="76200">
                      <a:noAutofit/>
                    </a:bodyPr>
                    <a:lstStyle/>
                    <a:p>
                      <a:r>
                        <a:rPr sz="1725" b="1">
                          <a:solidFill>
                            <a:srgbClr val="FFFFFF"/>
                          </a:solidFill>
                          <a:latin typeface="KoPubDotum"/>
                          <a:ea typeface="KoPubDotum"/>
                          <a:cs typeface="KoPubDotum"/>
                        </a:rPr>
                        <a:t>단계</a:t>
                      </a:r>
                    </a:p>
                  </a:txBody>
                  <a:tcPr marL="91440" marR="91440" marT="45720" marB="45720" anchor="ctr">
                    <a:solidFill>
                      <a:srgbClr val="F7972B"/>
                    </a:solidFill>
                  </a:tcPr>
                </a:tc>
                <a:tc>
                  <a:txBody>
                    <a:bodyPr lIns="133350" tIns="114300" rIns="114300" bIns="76200">
                      <a:noAutofit/>
                    </a:bodyPr>
                    <a:lstStyle/>
                    <a:p>
                      <a:r>
                        <a:rPr sz="1725" b="1">
                          <a:solidFill>
                            <a:srgbClr val="FFFFFF"/>
                          </a:solidFill>
                          <a:latin typeface="KoPubDotum"/>
                          <a:ea typeface="KoPubDotum"/>
                          <a:cs typeface="KoPubDotum"/>
                        </a:rPr>
                        <a:t>운영</a:t>
                      </a:r>
                    </a:p>
                  </a:txBody>
                  <a:tcPr marL="91440" marR="91440" marT="45720" marB="45720" anchor="ctr">
                    <a:solidFill>
                      <a:srgbClr val="F7972B"/>
                    </a:solidFill>
                  </a:tcPr>
                </a:tc>
                <a:tc>
                  <a:txBody>
                    <a:bodyPr lIns="133350" tIns="114300" rIns="114300" bIns="76200">
                      <a:noAutofit/>
                    </a:bodyPr>
                    <a:lstStyle/>
                    <a:p>
                      <a:r>
                        <a:rPr sz="1725" b="1">
                          <a:solidFill>
                            <a:srgbClr val="FFFFFF"/>
                          </a:solidFill>
                          <a:latin typeface="KoPubDotum"/>
                          <a:ea typeface="KoPubDotum"/>
                          <a:cs typeface="KoPubDotum"/>
                        </a:rPr>
                        <a:t>학생 기록</a:t>
                      </a:r>
                    </a:p>
                  </a:txBody>
                  <a:tcPr marL="91440" marR="91440" marT="45720" marB="45720" anchor="ctr">
                    <a:solidFill>
                      <a:srgbClr val="F7972B"/>
                    </a:solidFill>
                  </a:tcPr>
                </a:tc>
              </a:tr>
              <a:tr h="685800">
                <a:tc>
                  <a:txBody>
                    <a:bodyPr lIns="133350" tIns="114300" rIns="114300" bIns="76200">
                      <a:noAutofit/>
                    </a:bodyPr>
                    <a:lstStyle/>
                    <a:p>
                      <a:r>
                        <a:rPr sz="1725" b="0">
                          <a:solidFill>
                            <a:srgbClr val="292929"/>
                          </a:solidFill>
                          <a:latin typeface="KoPubDotum"/>
                          <a:ea typeface="KoPubDotum"/>
                          <a:cs typeface="KoPubDotum"/>
                        </a:rPr>
                        <a:t>도입 5분</a:t>
                      </a:r>
                    </a:p>
                  </a:txBody>
                  <a:tcPr marL="91440" marR="91440" marT="45720" marB="45720" anchor="ctr">
                    <a:solidFill>
                      <a:srgbClr val="FFF5E9"/>
                    </a:solidFill>
                  </a:tcPr>
                </a:tc>
                <a:tc>
                  <a:txBody>
                    <a:bodyPr lIns="133350" tIns="114300" rIns="114300" bIns="76200">
                      <a:noAutofit/>
                    </a:bodyPr>
                    <a:lstStyle/>
                    <a:p>
                      <a:r>
                        <a:rPr sz="1725" b="0">
                          <a:solidFill>
                            <a:srgbClr val="292929"/>
                          </a:solidFill>
                          <a:latin typeface="KoPubDotum"/>
                          <a:ea typeface="KoPubDotum"/>
                          <a:cs typeface="KoPubDotum"/>
                        </a:rPr>
                        <a:t>충돌하지 않는 로봇은 무엇을 알아야 할까?</a:t>
                      </a:r>
                    </a:p>
                  </a:txBody>
                  <a:tcPr marL="91440" marR="91440" marT="45720" marB="45720" anchor="ctr">
                    <a:solidFill>
                      <a:srgbClr val="FFFFFF"/>
                    </a:solidFill>
                  </a:tcPr>
                </a:tc>
                <a:tc>
                  <a:txBody>
                    <a:bodyPr lIns="133350" tIns="114300" rIns="114300" bIns="76200">
                      <a:noAutofit/>
                    </a:bodyPr>
                    <a:lstStyle/>
                    <a:p>
                      <a:r>
                        <a:rPr sz="1725" b="0">
                          <a:solidFill>
                            <a:srgbClr val="292929"/>
                          </a:solidFill>
                          <a:latin typeface="KoPubDotum"/>
                          <a:ea typeface="KoPubDotum"/>
                          <a:cs typeface="KoPubDotum"/>
                        </a:rPr>
                        <a:t>입력과 출력 예상</a:t>
                      </a:r>
                    </a:p>
                  </a:txBody>
                  <a:tcPr marL="91440" marR="91440" marT="45720" marB="45720" anchor="ctr">
                    <a:solidFill>
                      <a:srgbClr val="FFFFFF"/>
                    </a:solidFill>
                  </a:tcPr>
                </a:tc>
              </a:tr>
              <a:tr h="685800">
                <a:tc>
                  <a:txBody>
                    <a:bodyPr lIns="133350" tIns="114300" rIns="114300" bIns="76200">
                      <a:noAutofit/>
                    </a:bodyPr>
                    <a:lstStyle/>
                    <a:p>
                      <a:r>
                        <a:rPr sz="1725" b="0">
                          <a:solidFill>
                            <a:srgbClr val="292929"/>
                          </a:solidFill>
                          <a:latin typeface="KoPubDotum"/>
                          <a:ea typeface="KoPubDotum"/>
                          <a:cs typeface="KoPubDotum"/>
                        </a:rPr>
                        <a:t>준비 8분</a:t>
                      </a:r>
                    </a:p>
                  </a:txBody>
                  <a:tcPr marL="91440" marR="91440" marT="45720" marB="45720" anchor="ctr">
                    <a:solidFill>
                      <a:srgbClr val="FFF5E9"/>
                    </a:solidFill>
                  </a:tcPr>
                </a:tc>
                <a:tc>
                  <a:txBody>
                    <a:bodyPr lIns="133350" tIns="114300" rIns="114300" bIns="76200">
                      <a:noAutofit/>
                    </a:bodyPr>
                    <a:lstStyle/>
                    <a:p>
                      <a:r>
                        <a:rPr sz="1725" b="0">
                          <a:solidFill>
                            <a:srgbClr val="292929"/>
                          </a:solidFill>
                          <a:latin typeface="KoPubDotum"/>
                          <a:ea typeface="KoPubDotum"/>
                          <a:cs typeface="KoPubDotum"/>
                        </a:rPr>
                        <a:t>이미 조립한 베이스 연결과 거리값 확인</a:t>
                      </a:r>
                    </a:p>
                  </a:txBody>
                  <a:tcPr marL="91440" marR="91440" marT="45720" marB="45720" anchor="ctr">
                    <a:solidFill>
                      <a:srgbClr val="FFFFFF"/>
                    </a:solidFill>
                  </a:tcPr>
                </a:tc>
                <a:tc>
                  <a:txBody>
                    <a:bodyPr lIns="133350" tIns="114300" rIns="114300" bIns="76200">
                      <a:noAutofit/>
                    </a:bodyPr>
                    <a:lstStyle/>
                    <a:p>
                      <a:r>
                        <a:rPr sz="1725" b="0">
                          <a:solidFill>
                            <a:srgbClr val="292929"/>
                          </a:solidFill>
                          <a:latin typeface="KoPubDotum"/>
                          <a:ea typeface="KoPubDotum"/>
                          <a:cs typeface="KoPubDotum"/>
                        </a:rPr>
                        <a:t>포트와 거리값</a:t>
                      </a:r>
                    </a:p>
                  </a:txBody>
                  <a:tcPr marL="91440" marR="91440" marT="45720" marB="45720" anchor="ctr">
                    <a:solidFill>
                      <a:srgbClr val="FFFFFF"/>
                    </a:solidFill>
                  </a:tcPr>
                </a:tc>
              </a:tr>
              <a:tr h="685800">
                <a:tc>
                  <a:txBody>
                    <a:bodyPr lIns="133350" tIns="114300" rIns="114300" bIns="76200">
                      <a:noAutofit/>
                    </a:bodyPr>
                    <a:lstStyle/>
                    <a:p>
                      <a:r>
                        <a:rPr sz="1725" b="0">
                          <a:solidFill>
                            <a:srgbClr val="292929"/>
                          </a:solidFill>
                          <a:latin typeface="KoPubDotum"/>
                          <a:ea typeface="KoPubDotum"/>
                          <a:cs typeface="KoPubDotum"/>
                        </a:rPr>
                        <a:t>실습 15분</a:t>
                      </a:r>
                    </a:p>
                  </a:txBody>
                  <a:tcPr marL="91440" marR="91440" marT="45720" marB="45720" anchor="ctr">
                    <a:solidFill>
                      <a:srgbClr val="FFF5E9"/>
                    </a:solidFill>
                  </a:tcPr>
                </a:tc>
                <a:tc>
                  <a:txBody>
                    <a:bodyPr lIns="133350" tIns="114300" rIns="114300" bIns="76200">
                      <a:noAutofit/>
                    </a:bodyPr>
                    <a:lstStyle/>
                    <a:p>
                      <a:r>
                        <a:rPr sz="1725" b="0">
                          <a:solidFill>
                            <a:srgbClr val="292929"/>
                          </a:solidFill>
                          <a:latin typeface="KoPubDotum"/>
                          <a:ea typeface="KoPubDotum"/>
                          <a:cs typeface="KoPubDotum"/>
                        </a:rPr>
                        <a:t>거리 20cm 정지, 두 번 시험</a:t>
                      </a:r>
                    </a:p>
                  </a:txBody>
                  <a:tcPr marL="91440" marR="91440" marT="45720" marB="45720" anchor="ctr">
                    <a:solidFill>
                      <a:srgbClr val="FFFFFF"/>
                    </a:solidFill>
                  </a:tcPr>
                </a:tc>
                <a:tc>
                  <a:txBody>
                    <a:bodyPr lIns="133350" tIns="114300" rIns="114300" bIns="76200">
                      <a:noAutofit/>
                    </a:bodyPr>
                    <a:lstStyle/>
                    <a:p>
                      <a:r>
                        <a:rPr sz="1725" b="0">
                          <a:solidFill>
                            <a:srgbClr val="292929"/>
                          </a:solidFill>
                          <a:latin typeface="KoPubDotum"/>
                          <a:ea typeface="KoPubDotum"/>
                          <a:cs typeface="KoPubDotum"/>
                        </a:rPr>
                        <a:t>실제 정지 거리</a:t>
                      </a:r>
                    </a:p>
                  </a:txBody>
                  <a:tcPr marL="91440" marR="91440" marT="45720" marB="45720" anchor="ctr">
                    <a:solidFill>
                      <a:srgbClr val="FFFFFF"/>
                    </a:solidFill>
                  </a:tcPr>
                </a:tc>
              </a:tr>
              <a:tr h="685800">
                <a:tc>
                  <a:txBody>
                    <a:bodyPr lIns="133350" tIns="114300" rIns="114300" bIns="76200">
                      <a:noAutofit/>
                    </a:bodyPr>
                    <a:lstStyle/>
                    <a:p>
                      <a:r>
                        <a:rPr sz="1725" b="0">
                          <a:solidFill>
                            <a:srgbClr val="292929"/>
                          </a:solidFill>
                          <a:latin typeface="KoPubDotum"/>
                          <a:ea typeface="KoPubDotum"/>
                          <a:cs typeface="KoPubDotum"/>
                        </a:rPr>
                        <a:t>개선 7분</a:t>
                      </a:r>
                    </a:p>
                  </a:txBody>
                  <a:tcPr marL="91440" marR="91440" marT="45720" marB="45720" anchor="ctr">
                    <a:solidFill>
                      <a:srgbClr val="FFF5E9"/>
                    </a:solidFill>
                  </a:tcPr>
                </a:tc>
                <a:tc>
                  <a:txBody>
                    <a:bodyPr lIns="133350" tIns="114300" rIns="114300" bIns="76200">
                      <a:noAutofit/>
                    </a:bodyPr>
                    <a:lstStyle/>
                    <a:p>
                      <a:r>
                        <a:rPr sz="1725" b="0">
                          <a:solidFill>
                            <a:srgbClr val="292929"/>
                          </a:solidFill>
                          <a:latin typeface="KoPubDotum"/>
                          <a:ea typeface="KoPubDotum"/>
                          <a:cs typeface="KoPubDotum"/>
                        </a:rPr>
                        <a:t>기준값 또는 속도 하나만 수정</a:t>
                      </a:r>
                    </a:p>
                  </a:txBody>
                  <a:tcPr marL="91440" marR="91440" marT="45720" marB="45720" anchor="ctr">
                    <a:solidFill>
                      <a:srgbClr val="FFFFFF"/>
                    </a:solidFill>
                  </a:tcPr>
                </a:tc>
                <a:tc>
                  <a:txBody>
                    <a:bodyPr lIns="133350" tIns="114300" rIns="114300" bIns="76200">
                      <a:noAutofit/>
                    </a:bodyPr>
                    <a:lstStyle/>
                    <a:p>
                      <a:r>
                        <a:rPr sz="1725" b="0">
                          <a:solidFill>
                            <a:srgbClr val="292929"/>
                          </a:solidFill>
                          <a:latin typeface="KoPubDotum"/>
                          <a:ea typeface="KoPubDotum"/>
                          <a:cs typeface="KoPubDotum"/>
                        </a:rPr>
                        <a:t>수정 전후 차이</a:t>
                      </a:r>
                    </a:p>
                  </a:txBody>
                  <a:tcPr marL="91440" marR="91440" marT="45720" marB="45720" anchor="ctr">
                    <a:solidFill>
                      <a:srgbClr val="FFFFFF"/>
                    </a:solidFill>
                  </a:tcPr>
                </a:tc>
              </a:tr>
              <a:tr h="685800">
                <a:tc>
                  <a:txBody>
                    <a:bodyPr lIns="133350" tIns="114300" rIns="114300" bIns="76200">
                      <a:noAutofit/>
                    </a:bodyPr>
                    <a:lstStyle/>
                    <a:p>
                      <a:r>
                        <a:rPr sz="1725" b="0">
                          <a:solidFill>
                            <a:srgbClr val="292929"/>
                          </a:solidFill>
                          <a:latin typeface="KoPubDotum"/>
                          <a:ea typeface="KoPubDotum"/>
                          <a:cs typeface="KoPubDotum"/>
                        </a:rPr>
                        <a:t>공유 5분</a:t>
                      </a:r>
                    </a:p>
                  </a:txBody>
                  <a:tcPr marL="91440" marR="91440" marT="45720" marB="45720" anchor="ctr">
                    <a:solidFill>
                      <a:srgbClr val="FFF5E9"/>
                    </a:solidFill>
                  </a:tcPr>
                </a:tc>
                <a:tc>
                  <a:txBody>
                    <a:bodyPr lIns="133350" tIns="114300" rIns="114300" bIns="76200">
                      <a:noAutofit/>
                    </a:bodyPr>
                    <a:lstStyle/>
                    <a:p>
                      <a:r>
                        <a:rPr sz="1725" b="0">
                          <a:solidFill>
                            <a:srgbClr val="292929"/>
                          </a:solidFill>
                          <a:latin typeface="KoPubDotum"/>
                          <a:ea typeface="KoPubDotum"/>
                          <a:cs typeface="KoPubDotum"/>
                        </a:rPr>
                        <a:t>안 된 이유와 해결 질문 말하기</a:t>
                      </a:r>
                    </a:p>
                  </a:txBody>
                  <a:tcPr marL="91440" marR="91440" marT="45720" marB="45720" anchor="ctr">
                    <a:solidFill>
                      <a:srgbClr val="FFFFFF"/>
                    </a:solidFill>
                  </a:tcPr>
                </a:tc>
                <a:tc>
                  <a:txBody>
                    <a:bodyPr lIns="133350" tIns="114300" rIns="114300" bIns="76200">
                      <a:noAutofit/>
                    </a:bodyPr>
                    <a:lstStyle/>
                    <a:p>
                      <a:r>
                        <a:rPr sz="1725" b="0">
                          <a:solidFill>
                            <a:srgbClr val="292929"/>
                          </a:solidFill>
                          <a:latin typeface="KoPubDotum"/>
                          <a:ea typeface="KoPubDotum"/>
                          <a:cs typeface="KoPubDotum"/>
                        </a:rPr>
                        <a:t>다음 시험 계획</a:t>
                      </a:r>
                    </a:p>
                  </a:txBody>
                  <a:tcPr marL="91440" marR="91440" marT="45720" marB="45720" anchor="ctr">
                    <a:solidFill>
                      <a:srgbClr val="FFFFFF"/>
                    </a:solidFill>
                  </a:tcPr>
                </a:tc>
              </a:tr>
            </a:tbl>
          </a:graphicData>
        </a:graphic>
      </p:graphicFrame>
    </p:spTree>
    <p:extLst>
      <p:ext uri="{BB962C8B-B14F-4D97-AF65-F5344CB8AC3E}">
        <p14:creationId xmlns:p14="http://schemas.microsoft.com/office/powerpoint/2010/main" val="320723674"/>
      </p:ext>
    </p:extLst>
  </p:cSld>
</p:sld>
</file>

<file path=ppt/slides/slide38.xml><?xml version="1.0" encoding="utf-8"?>
<p:sld xmlns:p="http://schemas.openxmlformats.org/presentationml/2006/main">
  <p:cSld>
    <p:spTree>
      <p:nvGrpSpPr>
        <p:cNvPr id="1" name=""/>
        <p:cNvGrpSpPr/>
        <p:nvPr/>
      </p:nvGrpSpPr>
      <p:grpSpPr>
        <a:xfrm xmlns:a="http://schemas.openxmlformats.org/drawingml/2006/main"/>
      </p:grpSpPr>
      <p:sp>
        <p:nvSpPr>
          <p:cNvPr id="4" name="수업 중 자주 만나는 문제">
            <a:extLst xmlns:a="http://schemas.openxmlformats.org/drawingml/2006/main">
              <a:ext uri="{FF2B5EF4-FFF2-40B4-BE49-F238E27FC236}">
                <a16:creationId xmlns:a16="http://schemas.microsoft.com/office/drawing/2014/main" id="{809BCF2D-EA3C-44CA-AA0D-6A98D05D6F65}"/>
              </a:ext>
            </a:extLst>
          </p:cNvPr>
          <p:cNvSpPr>
            <a:spLocks xmlns:a="http://schemas.openxmlformats.org/drawingml/2006/main" noGrp="1"/>
          </p:cNvSpPr>
          <p:nvPr/>
        </p:nvSpPr>
        <p:spPr>
          <a:xfrm xmlns:a="http://schemas.openxmlformats.org/drawingml/2006/main">
            <a:off x="476250" y="1428750"/>
            <a:ext cx="9739313"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292929"/>
                </a:solidFill>
                <a:latin typeface="KoPubDotum"/>
                <a:ea typeface="KoPubDotum"/>
                <a:cs typeface="KoPubDotum"/>
              </a:defRPr>
            </a:defPPr>
          </a:lstStyle>
          <a:p xmlns:a="http://schemas.openxmlformats.org/drawingml/2006/main">
            <a:pPr algn="l">
              <a:lnSpc>
                <a:spcPct val="116000"/>
              </a:lnSpc>
              <a:buNone/>
              <a:defRPr sz="1950" b="0">
                <a:solidFill>
                  <a:srgbClr val="292929"/>
                </a:solidFill>
                <a:latin typeface="KoPubDotum"/>
                <a:ea typeface="KoPubDotum"/>
                <a:cs typeface="KoPubDotum"/>
              </a:defRPr>
            </a:pPr>
            <a:r>
              <a:rPr sz="1950" b="0">
                <a:solidFill>
                  <a:srgbClr val="292929"/>
                </a:solidFill>
                <a:latin typeface="KoPubDotum"/>
                <a:ea typeface="KoPubDotum"/>
                <a:cs typeface="KoPubDotum"/>
              </a:rPr>
              <a:t>수업 중 자주 만나는 문제</a:t>
            </a:r>
          </a:p>
        </p:txBody>
      </p:sp>
      <p:sp>
        <p:nvSpPr>
          <p:cNvPr id="2" name="38">
            <a:extLst xmlns:a="http://schemas.openxmlformats.org/drawingml/2006/main">
              <a:ext uri="{FF2B5EF4-FFF2-40B4-BE49-F238E27FC236}">
                <a16:creationId xmlns:a16="http://schemas.microsoft.com/office/drawing/2014/main" id="{7C5D51C0-F8E4-4B4E-8B60-A32467C5AF03}"/>
              </a:ext>
            </a:extLst>
          </p:cNvPr>
          <p:cNvSpPr>
            <a:spLocks xmlns:a="http://schemas.openxmlformats.org/drawingml/2006/main" noGrp="1"/>
          </p:cNvSpPr>
          <p:nvPr/>
        </p:nvSpPr>
        <p:spPr>
          <a:xfrm xmlns:a="http://schemas.openxmlformats.org/drawingml/2006/main">
            <a:off x="5107782" y="7064375"/>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50" b="0">
                <a:solidFill>
                  <a:srgbClr val="5A554E"/>
                </a:solidFill>
                <a:latin typeface="KoPubDotum"/>
                <a:ea typeface="KoPubDotum"/>
                <a:cs typeface="KoPubDotum"/>
              </a:defRPr>
            </a:defPPr>
          </a:lstStyle>
          <a:p xmlns:a="http://schemas.openxmlformats.org/drawingml/2006/main">
            <a:pPr algn="ctr">
              <a:lnSpc>
                <a:spcPct val="116000"/>
              </a:lnSpc>
              <a:buNone/>
              <a:defRPr sz="1050" b="0">
                <a:solidFill>
                  <a:srgbClr val="5A554E"/>
                </a:solidFill>
                <a:latin typeface="KoPubDotum"/>
                <a:ea typeface="KoPubDotum"/>
                <a:cs typeface="KoPubDotum"/>
              </a:defRPr>
            </a:pPr>
            <a:r>
              <a:rPr sz="1050" b="0">
                <a:solidFill>
                  <a:srgbClr val="5A554E"/>
                </a:solidFill>
                <a:latin typeface="KoPubDotum"/>
                <a:ea typeface="KoPubDotum"/>
                <a:cs typeface="KoPubDotum"/>
              </a:rPr>
              <a:t>38</a:t>
            </a:r>
          </a:p>
        </p:txBody>
      </p:sp>
      <p:graphicFrame>
        <p:nvGraphicFramePr>
          <p:cNvPr id="3" name="">
            <a:extLst xmlns:a="http://schemas.openxmlformats.org/drawingml/2006/main">
              <a:ext uri="{FF2B5EF4-FFF2-40B4-BE49-F238E27FC236}">
                <a16:creationId xmlns:a16="http://schemas.microsoft.com/office/drawing/2014/main" id="{9FEFF32D-5BBE-4068-888A-A62BD20807DE}"/>
              </a:ext>
            </a:extLst>
          </p:cNvPr>
          <p:cNvGraphicFramePr/>
          <p:nvPr/>
        </p:nvGraphicFramePr>
        <p:xfrm>
          <a:off xmlns:a="http://schemas.openxmlformats.org/drawingml/2006/main" x="476250" y="1981200"/>
          <a:ext xmlns:a="http://schemas.openxmlformats.org/drawingml/2006/main" cx="9739313" cy="3886200"/>
        </p:xfrm>
        <a:graphic xmlns:a="http://schemas.openxmlformats.org/drawingml/2006/main">
          <a:graphicData uri="http://schemas.openxmlformats.org/drawingml/2006/table">
            <a:tbl>
              <a:tblPr/>
              <a:tblGrid>
                <a:gridCol w="1947863"/>
                <a:gridCol w="3895725"/>
                <a:gridCol w="3895725"/>
              </a:tblGrid>
              <a:tr h="457200">
                <a:tc>
                  <a:txBody>
                    <a:bodyPr lIns="133350" tIns="114300" rIns="114300" bIns="76200">
                      <a:noAutofit/>
                    </a:bodyPr>
                    <a:lstStyle/>
                    <a:p>
                      <a:r>
                        <a:rPr sz="1725" b="1">
                          <a:solidFill>
                            <a:srgbClr val="FFFFFF"/>
                          </a:solidFill>
                          <a:latin typeface="KoPubDotum"/>
                          <a:ea typeface="KoPubDotum"/>
                          <a:cs typeface="KoPubDotum"/>
                        </a:rPr>
                        <a:t>증상</a:t>
                      </a:r>
                    </a:p>
                  </a:txBody>
                  <a:tcPr marL="91440" marR="91440" marT="45720" marB="45720" anchor="ctr">
                    <a:solidFill>
                      <a:srgbClr val="F7972B"/>
                    </a:solidFill>
                  </a:tcPr>
                </a:tc>
                <a:tc>
                  <a:txBody>
                    <a:bodyPr lIns="133350" tIns="114300" rIns="114300" bIns="76200">
                      <a:noAutofit/>
                    </a:bodyPr>
                    <a:lstStyle/>
                    <a:p>
                      <a:r>
                        <a:rPr sz="1725" b="1">
                          <a:solidFill>
                            <a:srgbClr val="FFFFFF"/>
                          </a:solidFill>
                          <a:latin typeface="KoPubDotum"/>
                          <a:ea typeface="KoPubDotum"/>
                          <a:cs typeface="KoPubDotum"/>
                        </a:rPr>
                        <a:t>첫 확인</a:t>
                      </a:r>
                    </a:p>
                  </a:txBody>
                  <a:tcPr marL="91440" marR="91440" marT="45720" marB="45720" anchor="ctr">
                    <a:solidFill>
                      <a:srgbClr val="F7972B"/>
                    </a:solidFill>
                  </a:tcPr>
                </a:tc>
                <a:tc>
                  <a:txBody>
                    <a:bodyPr lIns="133350" tIns="114300" rIns="114300" bIns="76200">
                      <a:noAutofit/>
                    </a:bodyPr>
                    <a:lstStyle/>
                    <a:p>
                      <a:r>
                        <a:rPr sz="1725" b="1">
                          <a:solidFill>
                            <a:srgbClr val="FFFFFF"/>
                          </a:solidFill>
                          <a:latin typeface="KoPubDotum"/>
                          <a:ea typeface="KoPubDotum"/>
                          <a:cs typeface="KoPubDotum"/>
                        </a:rPr>
                        <a:t>따로 시험</a:t>
                      </a:r>
                    </a:p>
                  </a:txBody>
                  <a:tcPr marL="91440" marR="91440" marT="45720" marB="45720" anchor="ctr">
                    <a:solidFill>
                      <a:srgbClr val="F7972B"/>
                    </a:solidFill>
                  </a:tcPr>
                </a:tc>
              </a:tr>
              <a:tr h="685800">
                <a:tc>
                  <a:txBody>
                    <a:bodyPr lIns="133350" tIns="114300" rIns="114300" bIns="76200">
                      <a:noAutofit/>
                    </a:bodyPr>
                    <a:lstStyle/>
                    <a:p>
                      <a:r>
                        <a:rPr sz="1725" b="0">
                          <a:solidFill>
                            <a:srgbClr val="292929"/>
                          </a:solidFill>
                          <a:latin typeface="KoPubDotum"/>
                          <a:ea typeface="KoPubDotum"/>
                          <a:cs typeface="KoPubDotum"/>
                        </a:rPr>
                        <a:t>Hub가 안 보임</a:t>
                      </a:r>
                    </a:p>
                  </a:txBody>
                  <a:tcPr marL="91440" marR="91440" marT="45720" marB="45720" anchor="ctr">
                    <a:solidFill>
                      <a:srgbClr val="FFF5E9"/>
                    </a:solidFill>
                  </a:tcPr>
                </a:tc>
                <a:tc>
                  <a:txBody>
                    <a:bodyPr lIns="133350" tIns="114300" rIns="114300" bIns="76200">
                      <a:noAutofit/>
                    </a:bodyPr>
                    <a:lstStyle/>
                    <a:p>
                      <a:r>
                        <a:rPr sz="1725" b="0">
                          <a:solidFill>
                            <a:srgbClr val="292929"/>
                          </a:solidFill>
                          <a:latin typeface="KoPubDotum"/>
                          <a:ea typeface="KoPubDotum"/>
                          <a:cs typeface="KoPubDotum"/>
                        </a:rPr>
                        <a:t>전원, 이름, 다른 기기 연결</a:t>
                      </a:r>
                    </a:p>
                  </a:txBody>
                  <a:tcPr marL="91440" marR="91440" marT="45720" marB="45720" anchor="ctr">
                    <a:solidFill>
                      <a:srgbClr val="FFFFFF"/>
                    </a:solidFill>
                  </a:tcPr>
                </a:tc>
                <a:tc>
                  <a:txBody>
                    <a:bodyPr lIns="133350" tIns="114300" rIns="114300" bIns="76200">
                      <a:noAutofit/>
                    </a:bodyPr>
                    <a:lstStyle/>
                    <a:p>
                      <a:r>
                        <a:rPr sz="1725" b="0">
                          <a:solidFill>
                            <a:srgbClr val="292929"/>
                          </a:solidFill>
                          <a:latin typeface="KoPubDotum"/>
                          <a:ea typeface="KoPubDotum"/>
                          <a:cs typeface="KoPubDotum"/>
                        </a:rPr>
                        <a:t>한 Hub만 켜고 재검색</a:t>
                      </a:r>
                    </a:p>
                  </a:txBody>
                  <a:tcPr marL="91440" marR="91440" marT="45720" marB="45720" anchor="ctr">
                    <a:solidFill>
                      <a:srgbClr val="FFFFFF"/>
                    </a:solidFill>
                  </a:tcPr>
                </a:tc>
              </a:tr>
              <a:tr h="685800">
                <a:tc>
                  <a:txBody>
                    <a:bodyPr lIns="133350" tIns="114300" rIns="114300" bIns="76200">
                      <a:noAutofit/>
                    </a:bodyPr>
                    <a:lstStyle/>
                    <a:p>
                      <a:r>
                        <a:rPr sz="1725" b="0">
                          <a:solidFill>
                            <a:srgbClr val="292929"/>
                          </a:solidFill>
                          <a:latin typeface="KoPubDotum"/>
                          <a:ea typeface="KoPubDotum"/>
                          <a:cs typeface="KoPubDotum"/>
                        </a:rPr>
                        <a:t>센서값 변화 없음</a:t>
                      </a:r>
                    </a:p>
                  </a:txBody>
                  <a:tcPr marL="91440" marR="91440" marT="45720" marB="45720" anchor="ctr">
                    <a:solidFill>
                      <a:srgbClr val="FFF5E9"/>
                    </a:solidFill>
                  </a:tcPr>
                </a:tc>
                <a:tc>
                  <a:txBody>
                    <a:bodyPr lIns="133350" tIns="114300" rIns="114300" bIns="76200">
                      <a:noAutofit/>
                    </a:bodyPr>
                    <a:lstStyle/>
                    <a:p>
                      <a:r>
                        <a:rPr sz="1725" b="0">
                          <a:solidFill>
                            <a:srgbClr val="292929"/>
                          </a:solidFill>
                          <a:latin typeface="KoPubDotum"/>
                          <a:ea typeface="KoPubDotum"/>
                          <a:cs typeface="KoPubDotum"/>
                        </a:rPr>
                        <a:t>포트, 감지 방향, 케이블</a:t>
                      </a:r>
                    </a:p>
                  </a:txBody>
                  <a:tcPr marL="91440" marR="91440" marT="45720" marB="45720" anchor="ctr">
                    <a:solidFill>
                      <a:srgbClr val="FFFFFF"/>
                    </a:solidFill>
                  </a:tcPr>
                </a:tc>
                <a:tc>
                  <a:txBody>
                    <a:bodyPr lIns="133350" tIns="114300" rIns="114300" bIns="76200">
                      <a:noAutofit/>
                    </a:bodyPr>
                    <a:lstStyle/>
                    <a:p>
                      <a:r>
                        <a:rPr sz="1725" b="0">
                          <a:solidFill>
                            <a:srgbClr val="292929"/>
                          </a:solidFill>
                          <a:latin typeface="KoPubDotum"/>
                          <a:ea typeface="KoPubDotum"/>
                          <a:cs typeface="KoPubDotum"/>
                        </a:rPr>
                        <a:t>센서 하나만 연결</a:t>
                      </a:r>
                    </a:p>
                  </a:txBody>
                  <a:tcPr marL="91440" marR="91440" marT="45720" marB="45720" anchor="ctr">
                    <a:solidFill>
                      <a:srgbClr val="FFFFFF"/>
                    </a:solidFill>
                  </a:tcPr>
                </a:tc>
              </a:tr>
              <a:tr h="685800">
                <a:tc>
                  <a:txBody>
                    <a:bodyPr lIns="133350" tIns="114300" rIns="114300" bIns="76200">
                      <a:noAutofit/>
                    </a:bodyPr>
                    <a:lstStyle/>
                    <a:p>
                      <a:r>
                        <a:rPr sz="1725" b="0">
                          <a:solidFill>
                            <a:srgbClr val="292929"/>
                          </a:solidFill>
                          <a:latin typeface="KoPubDotum"/>
                          <a:ea typeface="KoPubDotum"/>
                          <a:cs typeface="KoPubDotum"/>
                        </a:rPr>
                        <a:t>직진 대신 회전</a:t>
                      </a:r>
                    </a:p>
                  </a:txBody>
                  <a:tcPr marL="91440" marR="91440" marT="45720" marB="45720" anchor="ctr">
                    <a:solidFill>
                      <a:srgbClr val="FFF5E9"/>
                    </a:solidFill>
                  </a:tcPr>
                </a:tc>
                <a:tc>
                  <a:txBody>
                    <a:bodyPr lIns="133350" tIns="114300" rIns="114300" bIns="76200">
                      <a:noAutofit/>
                    </a:bodyPr>
                    <a:lstStyle/>
                    <a:p>
                      <a:r>
                        <a:rPr sz="1725" b="0">
                          <a:solidFill>
                            <a:srgbClr val="292929"/>
                          </a:solidFill>
                          <a:latin typeface="KoPubDotum"/>
                          <a:ea typeface="KoPubDotum"/>
                          <a:cs typeface="KoPubDotum"/>
                        </a:rPr>
                        <a:t>A/E 순서, 모터 방향, 축 마찰</a:t>
                      </a:r>
                    </a:p>
                  </a:txBody>
                  <a:tcPr marL="91440" marR="91440" marT="45720" marB="45720" anchor="ctr">
                    <a:solidFill>
                      <a:srgbClr val="FFFFFF"/>
                    </a:solidFill>
                  </a:tcPr>
                </a:tc>
                <a:tc>
                  <a:txBody>
                    <a:bodyPr lIns="133350" tIns="114300" rIns="114300" bIns="76200">
                      <a:noAutofit/>
                    </a:bodyPr>
                    <a:lstStyle/>
                    <a:p>
                      <a:r>
                        <a:rPr sz="1725" b="0">
                          <a:solidFill>
                            <a:srgbClr val="292929"/>
                          </a:solidFill>
                          <a:latin typeface="KoPubDotum"/>
                          <a:ea typeface="KoPubDotum"/>
                          <a:cs typeface="KoPubDotum"/>
                        </a:rPr>
                        <a:t>모터 범주 블록으로 A, E를 하나씩 짧게 돌리기</a:t>
                      </a:r>
                    </a:p>
                  </a:txBody>
                  <a:tcPr marL="91440" marR="91440" marT="45720" marB="45720" anchor="ctr">
                    <a:solidFill>
                      <a:srgbClr val="FFFFFF"/>
                    </a:solidFill>
                  </a:tcPr>
                </a:tc>
              </a:tr>
              <a:tr h="685800">
                <a:tc>
                  <a:txBody>
                    <a:bodyPr lIns="133350" tIns="114300" rIns="114300" bIns="76200">
                      <a:noAutofit/>
                    </a:bodyPr>
                    <a:lstStyle/>
                    <a:p>
                      <a:r>
                        <a:rPr sz="1725" b="0">
                          <a:solidFill>
                            <a:srgbClr val="292929"/>
                          </a:solidFill>
                          <a:latin typeface="KoPubDotum"/>
                          <a:ea typeface="KoPubDotum"/>
                          <a:cs typeface="KoPubDotum"/>
                        </a:rPr>
                        <a:t>조건이 안 맞음</a:t>
                      </a:r>
                    </a:p>
                  </a:txBody>
                  <a:tcPr marL="91440" marR="91440" marT="45720" marB="45720" anchor="ctr">
                    <a:solidFill>
                      <a:srgbClr val="FFF5E9"/>
                    </a:solidFill>
                  </a:tcPr>
                </a:tc>
                <a:tc>
                  <a:txBody>
                    <a:bodyPr lIns="133350" tIns="114300" rIns="114300" bIns="76200">
                      <a:noAutofit/>
                    </a:bodyPr>
                    <a:lstStyle/>
                    <a:p>
                      <a:r>
                        <a:rPr sz="1725" b="0">
                          <a:solidFill>
                            <a:srgbClr val="292929"/>
                          </a:solidFill>
                          <a:latin typeface="KoPubDotum"/>
                          <a:ea typeface="KoPubDotum"/>
                          <a:cs typeface="KoPubDotum"/>
                        </a:rPr>
                        <a:t>실제 값, cm 단위, 비교 부호</a:t>
                      </a:r>
                    </a:p>
                  </a:txBody>
                  <a:tcPr marL="91440" marR="91440" marT="45720" marB="45720" anchor="ctr">
                    <a:solidFill>
                      <a:srgbClr val="FFFFFF"/>
                    </a:solidFill>
                  </a:tcPr>
                </a:tc>
                <a:tc>
                  <a:txBody>
                    <a:bodyPr lIns="133350" tIns="114300" rIns="114300" bIns="76200">
                      <a:noAutofit/>
                    </a:bodyPr>
                    <a:lstStyle/>
                    <a:p>
                      <a:r>
                        <a:rPr sz="1725" b="0">
                          <a:solidFill>
                            <a:srgbClr val="292929"/>
                          </a:solidFill>
                          <a:latin typeface="KoPubDotum"/>
                          <a:ea typeface="KoPubDotum"/>
                          <a:cs typeface="KoPubDotum"/>
                        </a:rPr>
                        <a:t>책을 19·20·21cm에 두고 결과 비교</a:t>
                      </a:r>
                    </a:p>
                  </a:txBody>
                  <a:tcPr marL="91440" marR="91440" marT="45720" marB="45720" anchor="ctr">
                    <a:solidFill>
                      <a:srgbClr val="FFFFFF"/>
                    </a:solidFill>
                  </a:tcPr>
                </a:tc>
              </a:tr>
              <a:tr h="685800">
                <a:tc>
                  <a:txBody>
                    <a:bodyPr lIns="133350" tIns="114300" rIns="114300" bIns="76200">
                      <a:noAutofit/>
                    </a:bodyPr>
                    <a:lstStyle/>
                    <a:p>
                      <a:r>
                        <a:rPr sz="1725" b="0">
                          <a:solidFill>
                            <a:srgbClr val="292929"/>
                          </a:solidFill>
                          <a:latin typeface="KoPubDotum"/>
                          <a:ea typeface="KoPubDotum"/>
                          <a:cs typeface="KoPubDotum"/>
                        </a:rPr>
                        <a:t>멈춘 뒤 다시 출발</a:t>
                      </a:r>
                    </a:p>
                  </a:txBody>
                  <a:tcPr marL="91440" marR="91440" marT="45720" marB="45720" anchor="ctr">
                    <a:solidFill>
                      <a:srgbClr val="FFF5E9"/>
                    </a:solidFill>
                  </a:tcPr>
                </a:tc>
                <a:tc>
                  <a:txBody>
                    <a:bodyPr lIns="133350" tIns="114300" rIns="114300" bIns="76200">
                      <a:noAutofit/>
                    </a:bodyPr>
                    <a:lstStyle/>
                    <a:p>
                      <a:r>
                        <a:rPr sz="1725" b="0">
                          <a:solidFill>
                            <a:srgbClr val="292929"/>
                          </a:solidFill>
                          <a:latin typeface="KoPubDotum"/>
                          <a:ea typeface="KoPubDotum"/>
                          <a:cs typeface="KoPubDotum"/>
                        </a:rPr>
                        <a:t>반복 조건과 다른 실행 묶음</a:t>
                      </a:r>
                    </a:p>
                  </a:txBody>
                  <a:tcPr marL="91440" marR="91440" marT="45720" marB="45720" anchor="ctr">
                    <a:solidFill>
                      <a:srgbClr val="FFFFFF"/>
                    </a:solidFill>
                  </a:tcPr>
                </a:tc>
                <a:tc>
                  <a:txBody>
                    <a:bodyPr lIns="133350" tIns="114300" rIns="114300" bIns="76200">
                      <a:noAutofit/>
                    </a:bodyPr>
                    <a:lstStyle/>
                    <a:p>
                      <a:r>
                        <a:rPr sz="1725" b="0">
                          <a:solidFill>
                            <a:srgbClr val="292929"/>
                          </a:solidFill>
                          <a:latin typeface="KoPubDotum"/>
                          <a:ea typeface="KoPubDotum"/>
                          <a:cs typeface="KoPubDotum"/>
                        </a:rPr>
                        <a:t>출발 코드 한 묶음만 실행</a:t>
                      </a:r>
                    </a:p>
                  </a:txBody>
                  <a:tcPr marL="91440" marR="91440" marT="45720" marB="45720" anchor="ctr">
                    <a:solidFill>
                      <a:srgbClr val="FFFFFF"/>
                    </a:solidFill>
                  </a:tcPr>
                </a:tc>
              </a:tr>
            </a:tbl>
          </a:graphicData>
        </a:graphic>
      </p:graphicFrame>
    </p:spTree>
    <p:extLst>
      <p:ext uri="{BB962C8B-B14F-4D97-AF65-F5344CB8AC3E}">
        <p14:creationId xmlns:p14="http://schemas.microsoft.com/office/powerpoint/2010/main" val="1610981804"/>
      </p:ext>
    </p:extLst>
  </p:cSld>
</p:sld>
</file>

<file path=ppt/slides/slide39.xml><?xml version="1.0" encoding="utf-8"?>
<p:sld xmlns:p="http://schemas.openxmlformats.org/presentationml/2006/main">
  <p:cSld>
    <p:spTree>
      <p:nvGrpSpPr>
        <p:cNvPr id="1" name=""/>
        <p:cNvGrpSpPr/>
        <p:nvPr/>
      </p:nvGrpSpPr>
      <p:grpSpPr>
        <a:xfrm xmlns:a="http://schemas.openxmlformats.org/drawingml/2006/main"/>
      </p:grpSpPr>
      <p:sp>
        <p:nvSpPr>
          <p:cNvPr id="7" name="학생이 “안 돼요”라고 할 때">
            <a:extLst xmlns:a="http://schemas.openxmlformats.org/drawingml/2006/main">
              <a:ext uri="{FF2B5EF4-FFF2-40B4-BE49-F238E27FC236}">
                <a16:creationId xmlns:a16="http://schemas.microsoft.com/office/drawing/2014/main" id="{937F1D85-C49F-440F-8516-CB0C6479DF66}"/>
              </a:ext>
            </a:extLst>
          </p:cNvPr>
          <p:cNvSpPr>
            <a:spLocks xmlns:a="http://schemas.openxmlformats.org/drawingml/2006/main" noGrp="1"/>
          </p:cNvSpPr>
          <p:nvPr/>
        </p:nvSpPr>
        <p:spPr>
          <a:xfrm xmlns:a="http://schemas.openxmlformats.org/drawingml/2006/main">
            <a:off x="476250" y="1428750"/>
            <a:ext cx="9739313"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292929"/>
                </a:solidFill>
                <a:latin typeface="KoPubDotum"/>
                <a:ea typeface="KoPubDotum"/>
                <a:cs typeface="KoPubDotum"/>
              </a:defRPr>
            </a:defPPr>
          </a:lstStyle>
          <a:p xmlns:a="http://schemas.openxmlformats.org/drawingml/2006/main">
            <a:pPr algn="l">
              <a:lnSpc>
                <a:spcPct val="116000"/>
              </a:lnSpc>
              <a:buNone/>
              <a:defRPr sz="1950" b="0">
                <a:solidFill>
                  <a:srgbClr val="292929"/>
                </a:solidFill>
                <a:latin typeface="KoPubDotum"/>
                <a:ea typeface="KoPubDotum"/>
                <a:cs typeface="KoPubDotum"/>
              </a:defRPr>
            </a:pPr>
            <a:r>
              <a:rPr sz="1950" b="0">
                <a:solidFill>
                  <a:srgbClr val="292929"/>
                </a:solidFill>
                <a:latin typeface="KoPubDotum"/>
                <a:ea typeface="KoPubDotum"/>
                <a:cs typeface="KoPubDotum"/>
              </a:rPr>
              <a:t>학생이 “안 돼요”라고 할 때</a:t>
            </a:r>
          </a:p>
        </p:txBody>
      </p:sp>
      <p:sp>
        <p:nvSpPr>
          <p:cNvPr id="2" name="39">
            <a:extLst xmlns:a="http://schemas.openxmlformats.org/drawingml/2006/main">
              <a:ext uri="{FF2B5EF4-FFF2-40B4-BE49-F238E27FC236}">
                <a16:creationId xmlns:a16="http://schemas.microsoft.com/office/drawing/2014/main" id="{D43C598B-7715-4448-9242-039B0AE4AEAE}"/>
              </a:ext>
            </a:extLst>
          </p:cNvPr>
          <p:cNvSpPr>
            <a:spLocks xmlns:a="http://schemas.openxmlformats.org/drawingml/2006/main" noGrp="1"/>
          </p:cNvSpPr>
          <p:nvPr/>
        </p:nvSpPr>
        <p:spPr>
          <a:xfrm xmlns:a="http://schemas.openxmlformats.org/drawingml/2006/main">
            <a:off x="5107782" y="7064375"/>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50" b="0">
                <a:solidFill>
                  <a:srgbClr val="5A554E"/>
                </a:solidFill>
                <a:latin typeface="KoPubDotum"/>
                <a:ea typeface="KoPubDotum"/>
                <a:cs typeface="KoPubDotum"/>
              </a:defRPr>
            </a:defPPr>
          </a:lstStyle>
          <a:p xmlns:a="http://schemas.openxmlformats.org/drawingml/2006/main">
            <a:pPr algn="ctr">
              <a:lnSpc>
                <a:spcPct val="116000"/>
              </a:lnSpc>
              <a:buNone/>
              <a:defRPr sz="1050" b="0">
                <a:solidFill>
                  <a:srgbClr val="5A554E"/>
                </a:solidFill>
                <a:latin typeface="KoPubDotum"/>
                <a:ea typeface="KoPubDotum"/>
                <a:cs typeface="KoPubDotum"/>
              </a:defRPr>
            </a:pPr>
            <a:r>
              <a:rPr sz="1050" b="0">
                <a:solidFill>
                  <a:srgbClr val="5A554E"/>
                </a:solidFill>
                <a:latin typeface="KoPubDotum"/>
                <a:ea typeface="KoPubDotum"/>
                <a:cs typeface="KoPubDotum"/>
              </a:rPr>
              <a:t>39</a:t>
            </a:r>
          </a:p>
        </p:txBody>
      </p:sp>
      <p:sp>
        <p:nvSpPr>
          <p:cNvPr id="3" name="먼저 물어보기">
            <a:extLst xmlns:a="http://schemas.openxmlformats.org/drawingml/2006/main">
              <a:ext uri="{FF2B5EF4-FFF2-40B4-BE49-F238E27FC236}">
                <a16:creationId xmlns:a16="http://schemas.microsoft.com/office/drawing/2014/main" id="{C64E1328-8BEE-42F7-BFFB-9B366AA36E49}"/>
              </a:ext>
            </a:extLst>
          </p:cNvPr>
          <p:cNvSpPr>
            <a:spLocks xmlns:a="http://schemas.openxmlformats.org/drawingml/2006/main" noGrp="1"/>
          </p:cNvSpPr>
          <p:nvPr/>
        </p:nvSpPr>
        <p:spPr>
          <a:xfrm xmlns:a="http://schemas.openxmlformats.org/drawingml/2006/main">
            <a:off x="523875" y="2047875"/>
            <a:ext cx="9644063" cy="37909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292929"/>
                </a:solidFill>
                <a:latin typeface="KoPubDotum"/>
                <a:ea typeface="KoPubDotum"/>
                <a:cs typeface="KoPubDotum"/>
              </a:defRPr>
            </a:defPPr>
          </a:lstStyle>
          <a:p xmlns:a="http://schemas.openxmlformats.org/drawingml/2006/main">
            <a:pPr algn="l">
              <a:lnSpc>
                <a:spcPct val="116000"/>
              </a:lnSpc>
              <a:buNone/>
              <a:defRPr sz="1950" b="1">
                <a:solidFill>
                  <a:srgbClr val="292929"/>
                </a:solidFill>
                <a:latin typeface="KoPubDotum"/>
                <a:ea typeface="KoPubDotum"/>
                <a:cs typeface="KoPubDotum"/>
              </a:defRPr>
            </a:pPr>
            <a:r>
              <a:rPr sz="1950" b="1">
                <a:solidFill>
                  <a:srgbClr val="292929"/>
                </a:solidFill>
                <a:latin typeface="KoPubDotum"/>
                <a:ea typeface="KoPubDotum"/>
                <a:cs typeface="KoPubDotum"/>
              </a:rPr>
              <a:t>먼저 물어보기</a:t>
            </a:r>
          </a:p>
        </p:txBody>
      </p:sp>
      <p:sp>
        <p:nvSpPr>
          <p:cNvPr id="4" name="지금 센서값이 얼마로 보이나요?&#10;어떤 값일 때 움직이도록 ">
            <a:extLst xmlns:a="http://schemas.openxmlformats.org/drawingml/2006/main">
              <a:ext uri="{FF2B5EF4-FFF2-40B4-BE49-F238E27FC236}">
                <a16:creationId xmlns:a16="http://schemas.microsoft.com/office/drawing/2014/main" id="{197FCFE6-F58E-4A45-A020-BE2512823EF6}"/>
              </a:ext>
            </a:extLst>
          </p:cNvPr>
          <p:cNvSpPr>
            <a:spLocks xmlns:a="http://schemas.openxmlformats.org/drawingml/2006/main" noGrp="1"/>
          </p:cNvSpPr>
          <p:nvPr/>
        </p:nvSpPr>
        <p:spPr>
          <a:xfrm xmlns:a="http://schemas.openxmlformats.org/drawingml/2006/main">
            <a:off x="523875" y="2484120"/>
            <a:ext cx="9644063" cy="73990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292929"/>
                </a:solidFill>
                <a:latin typeface="KoPubDotum"/>
                <a:ea typeface="KoPubDotum"/>
                <a:cs typeface="KoPubDotum"/>
              </a:defRPr>
            </a:defPPr>
          </a:lstStyle>
          <a:p xmlns:a="http://schemas.openxmlformats.org/drawingml/2006/main">
            <a:pPr algn="l">
              <a:lnSpc>
                <a:spcPct val="116000"/>
              </a:lnSpc>
              <a:buNone/>
              <a:defRPr sz="1950" b="0">
                <a:solidFill>
                  <a:srgbClr val="292929"/>
                </a:solidFill>
                <a:latin typeface="KoPubDotum"/>
                <a:ea typeface="KoPubDotum"/>
                <a:cs typeface="KoPubDotum"/>
              </a:defRPr>
            </a:pPr>
            <a:r>
              <a:rPr sz="1950" b="0">
                <a:solidFill>
                  <a:srgbClr val="292929"/>
                </a:solidFill>
                <a:latin typeface="KoPubDotum"/>
                <a:ea typeface="KoPubDotum"/>
                <a:cs typeface="KoPubDotum"/>
              </a:rPr>
              <a:t>지금 센서값이 얼마로 보이나요?</a:t>
            </a:r>
          </a:p>
          <a:p xmlns:a="http://schemas.openxmlformats.org/drawingml/2006/main">
            <a:pPr algn="l">
              <a:lnSpc>
                <a:spcPct val="116000"/>
              </a:lnSpc>
              <a:buNone/>
              <a:defRPr sz="1950" b="0">
                <a:solidFill>
                  <a:srgbClr val="292929"/>
                </a:solidFill>
                <a:latin typeface="KoPubDotum"/>
                <a:ea typeface="KoPubDotum"/>
                <a:cs typeface="KoPubDotum"/>
              </a:defRPr>
            </a:pPr>
            <a:r>
              <a:rPr sz="1950" b="0">
                <a:solidFill>
                  <a:srgbClr val="292929"/>
                </a:solidFill>
                <a:latin typeface="KoPubDotum"/>
                <a:ea typeface="KoPubDotum"/>
                <a:cs typeface="KoPubDotum"/>
              </a:rPr>
              <a:t>어떤 값일 때 움직이도록 만들었나요?</a:t>
            </a:r>
          </a:p>
        </p:txBody>
      </p:sp>
      <p:sp>
        <p:nvSpPr>
          <p:cNvPr id="5" name="다음 시험 정하기">
            <a:extLst xmlns:a="http://schemas.openxmlformats.org/drawingml/2006/main">
              <a:ext uri="{FF2B5EF4-FFF2-40B4-BE49-F238E27FC236}">
                <a16:creationId xmlns:a16="http://schemas.microsoft.com/office/drawing/2014/main" id="{03121F65-5E3C-4A40-8198-A6D49E9BBA47}"/>
              </a:ext>
            </a:extLst>
          </p:cNvPr>
          <p:cNvSpPr>
            <a:spLocks xmlns:a="http://schemas.openxmlformats.org/drawingml/2006/main" noGrp="1"/>
          </p:cNvSpPr>
          <p:nvPr/>
        </p:nvSpPr>
        <p:spPr>
          <a:xfrm xmlns:a="http://schemas.openxmlformats.org/drawingml/2006/main">
            <a:off x="523875" y="3471672"/>
            <a:ext cx="9644063" cy="37909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292929"/>
                </a:solidFill>
                <a:latin typeface="KoPubDotum"/>
                <a:ea typeface="KoPubDotum"/>
                <a:cs typeface="KoPubDotum"/>
              </a:defRPr>
            </a:defPPr>
          </a:lstStyle>
          <a:p xmlns:a="http://schemas.openxmlformats.org/drawingml/2006/main">
            <a:pPr algn="l">
              <a:lnSpc>
                <a:spcPct val="116000"/>
              </a:lnSpc>
              <a:buNone/>
              <a:defRPr sz="1950" b="1">
                <a:solidFill>
                  <a:srgbClr val="292929"/>
                </a:solidFill>
                <a:latin typeface="KoPubDotum"/>
                <a:ea typeface="KoPubDotum"/>
                <a:cs typeface="KoPubDotum"/>
              </a:defRPr>
            </a:pPr>
            <a:r>
              <a:rPr sz="1950" b="1">
                <a:solidFill>
                  <a:srgbClr val="292929"/>
                </a:solidFill>
                <a:latin typeface="KoPubDotum"/>
                <a:ea typeface="KoPubDotum"/>
                <a:cs typeface="KoPubDotum"/>
              </a:rPr>
              <a:t>다음 시험 정하기</a:t>
            </a:r>
          </a:p>
        </p:txBody>
      </p:sp>
      <p:sp>
        <p:nvSpPr>
          <p:cNvPr id="6" name="모터 하나만 돌려 봐도 같은가요?&#10;설정 하나만 바꾼다면 무">
            <a:extLst xmlns:a="http://schemas.openxmlformats.org/drawingml/2006/main">
              <a:ext uri="{FF2B5EF4-FFF2-40B4-BE49-F238E27FC236}">
                <a16:creationId xmlns:a16="http://schemas.microsoft.com/office/drawing/2014/main" id="{B7FFDA07-9534-40D6-85AA-3446DEE3F73E}"/>
              </a:ext>
            </a:extLst>
          </p:cNvPr>
          <p:cNvSpPr>
            <a:spLocks xmlns:a="http://schemas.openxmlformats.org/drawingml/2006/main" noGrp="1"/>
          </p:cNvSpPr>
          <p:nvPr/>
        </p:nvSpPr>
        <p:spPr>
          <a:xfrm xmlns:a="http://schemas.openxmlformats.org/drawingml/2006/main">
            <a:off x="523875" y="3907917"/>
            <a:ext cx="9644063" cy="107175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292929"/>
                </a:solidFill>
                <a:latin typeface="KoPubDotum"/>
                <a:ea typeface="KoPubDotum"/>
                <a:cs typeface="KoPubDotum"/>
              </a:defRPr>
            </a:defPPr>
          </a:lstStyle>
          <a:p xmlns:a="http://schemas.openxmlformats.org/drawingml/2006/main">
            <a:pPr algn="l">
              <a:lnSpc>
                <a:spcPct val="116000"/>
              </a:lnSpc>
              <a:buNone/>
              <a:defRPr sz="1950" b="0">
                <a:solidFill>
                  <a:srgbClr val="292929"/>
                </a:solidFill>
                <a:latin typeface="KoPubDotum"/>
                <a:ea typeface="KoPubDotum"/>
                <a:cs typeface="KoPubDotum"/>
              </a:defRPr>
            </a:pPr>
            <a:r>
              <a:rPr sz="1950" b="0">
                <a:solidFill>
                  <a:srgbClr val="292929"/>
                </a:solidFill>
                <a:latin typeface="KoPubDotum"/>
                <a:ea typeface="KoPubDotum"/>
                <a:cs typeface="KoPubDotum"/>
              </a:rPr>
              <a:t>모터 하나만 돌려 봐도 같은가요?</a:t>
            </a:r>
          </a:p>
          <a:p xmlns:a="http://schemas.openxmlformats.org/drawingml/2006/main">
            <a:pPr algn="l">
              <a:lnSpc>
                <a:spcPct val="116000"/>
              </a:lnSpc>
              <a:buNone/>
              <a:defRPr sz="1950" b="0">
                <a:solidFill>
                  <a:srgbClr val="292929"/>
                </a:solidFill>
                <a:latin typeface="KoPubDotum"/>
                <a:ea typeface="KoPubDotum"/>
                <a:cs typeface="KoPubDotum"/>
              </a:defRPr>
            </a:pPr>
            <a:r>
              <a:rPr sz="1950" b="0">
                <a:solidFill>
                  <a:srgbClr val="292929"/>
                </a:solidFill>
                <a:latin typeface="KoPubDotum"/>
                <a:ea typeface="KoPubDotum"/>
                <a:cs typeface="KoPubDotum"/>
              </a:rPr>
              <a:t>설정 하나만 바꾼다면 무엇부터 바꾸겠어요?</a:t>
            </a:r>
          </a:p>
          <a:p xmlns:a="http://schemas.openxmlformats.org/drawingml/2006/main">
            <a:pPr algn="l">
              <a:lnSpc>
                <a:spcPct val="116000"/>
              </a:lnSpc>
              <a:buNone/>
              <a:defRPr sz="1950" b="0">
                <a:solidFill>
                  <a:srgbClr val="292929"/>
                </a:solidFill>
                <a:latin typeface="KoPubDotum"/>
                <a:ea typeface="KoPubDotum"/>
                <a:cs typeface="KoPubDotum"/>
              </a:defRPr>
            </a:pPr>
            <a:r>
              <a:rPr sz="1950" b="0">
                <a:solidFill>
                  <a:srgbClr val="292929"/>
                </a:solidFill>
                <a:latin typeface="KoPubDotum"/>
                <a:ea typeface="KoPubDotum"/>
                <a:cs typeface="KoPubDotum"/>
              </a:rPr>
              <a:t>바꾸기 전과 후의 결과를 같이 적어 볼까요?</a:t>
            </a:r>
          </a:p>
        </p:txBody>
      </p:sp>
    </p:spTree>
    <p:extLst>
      <p:ext uri="{BB962C8B-B14F-4D97-AF65-F5344CB8AC3E}">
        <p14:creationId xmlns:p14="http://schemas.microsoft.com/office/powerpoint/2010/main" val="1356362310"/>
      </p:ext>
    </p:extLst>
  </p:cSld>
</p:sld>
</file>

<file path=ppt/slides/slide40.xml><?xml version="1.0" encoding="utf-8"?>
<p:sld xmlns:p="http://schemas.openxmlformats.org/presentationml/2006/main">
  <p:cSld>
    <p:spTree>
      <p:nvGrpSpPr>
        <p:cNvPr id="1" name=""/>
        <p:cNvGrpSpPr/>
        <p:nvPr/>
      </p:nvGrpSpPr>
      <p:grpSpPr>
        <a:xfrm xmlns:a="http://schemas.openxmlformats.org/drawingml/2006/main"/>
      </p:grpSpPr>
      <p:sp>
        <p:nvSpPr>
          <p:cNvPr id="11" name="실습 확인과 정리">
            <a:extLst xmlns:a="http://schemas.openxmlformats.org/drawingml/2006/main">
              <a:ext uri="{FF2B5EF4-FFF2-40B4-BE49-F238E27FC236}">
                <a16:creationId xmlns:a16="http://schemas.microsoft.com/office/drawing/2014/main" id="{6E2585D2-AAA9-4693-B1D2-E17EA150BFBB}"/>
              </a:ext>
            </a:extLst>
          </p:cNvPr>
          <p:cNvSpPr>
            <a:spLocks xmlns:a="http://schemas.openxmlformats.org/drawingml/2006/main" noGrp="1"/>
          </p:cNvSpPr>
          <p:nvPr/>
        </p:nvSpPr>
        <p:spPr>
          <a:xfrm xmlns:a="http://schemas.openxmlformats.org/drawingml/2006/main">
            <a:off x="476250" y="1428750"/>
            <a:ext cx="9739313"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292929"/>
                </a:solidFill>
                <a:latin typeface="KoPubDotum"/>
                <a:ea typeface="KoPubDotum"/>
                <a:cs typeface="KoPubDotum"/>
              </a:defRPr>
            </a:defPPr>
          </a:lstStyle>
          <a:p xmlns:a="http://schemas.openxmlformats.org/drawingml/2006/main">
            <a:pPr algn="l">
              <a:lnSpc>
                <a:spcPct val="116000"/>
              </a:lnSpc>
              <a:buNone/>
              <a:defRPr sz="1950" b="0">
                <a:solidFill>
                  <a:srgbClr val="292929"/>
                </a:solidFill>
                <a:latin typeface="KoPubDotum"/>
                <a:ea typeface="KoPubDotum"/>
                <a:cs typeface="KoPubDotum"/>
              </a:defRPr>
            </a:pPr>
            <a:r>
              <a:rPr sz="1950" b="0">
                <a:solidFill>
                  <a:srgbClr val="292929"/>
                </a:solidFill>
                <a:latin typeface="KoPubDotum"/>
                <a:ea typeface="KoPubDotum"/>
                <a:cs typeface="KoPubDotum"/>
              </a:rPr>
              <a:t>실습 확인과 정리</a:t>
            </a:r>
          </a:p>
        </p:txBody>
      </p:sp>
      <p:sp>
        <p:nvSpPr>
          <p:cNvPr id="2" name="40">
            <a:extLst xmlns:a="http://schemas.openxmlformats.org/drawingml/2006/main">
              <a:ext uri="{FF2B5EF4-FFF2-40B4-BE49-F238E27FC236}">
                <a16:creationId xmlns:a16="http://schemas.microsoft.com/office/drawing/2014/main" id="{02E4FEA3-B0F0-45FF-A3DF-78614235AE33}"/>
              </a:ext>
            </a:extLst>
          </p:cNvPr>
          <p:cNvSpPr>
            <a:spLocks xmlns:a="http://schemas.openxmlformats.org/drawingml/2006/main" noGrp="1"/>
          </p:cNvSpPr>
          <p:nvPr/>
        </p:nvSpPr>
        <p:spPr>
          <a:xfrm xmlns:a="http://schemas.openxmlformats.org/drawingml/2006/main">
            <a:off x="5107782" y="7064375"/>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50" b="0">
                <a:solidFill>
                  <a:srgbClr val="5A554E"/>
                </a:solidFill>
                <a:latin typeface="KoPubDotum"/>
                <a:ea typeface="KoPubDotum"/>
                <a:cs typeface="KoPubDotum"/>
              </a:defRPr>
            </a:defPPr>
          </a:lstStyle>
          <a:p xmlns:a="http://schemas.openxmlformats.org/drawingml/2006/main">
            <a:pPr algn="ctr">
              <a:lnSpc>
                <a:spcPct val="116000"/>
              </a:lnSpc>
              <a:buNone/>
              <a:defRPr sz="1050" b="0">
                <a:solidFill>
                  <a:srgbClr val="5A554E"/>
                </a:solidFill>
                <a:latin typeface="KoPubDotum"/>
                <a:ea typeface="KoPubDotum"/>
                <a:cs typeface="KoPubDotum"/>
              </a:defRPr>
            </a:pPr>
            <a:r>
              <a:rPr sz="1050" b="0">
                <a:solidFill>
                  <a:srgbClr val="5A554E"/>
                </a:solidFill>
                <a:latin typeface="KoPubDotum"/>
                <a:ea typeface="KoPubDotum"/>
                <a:cs typeface="KoPubDotum"/>
              </a:rPr>
              <a:t>40</a:t>
            </a:r>
          </a:p>
        </p:txBody>
      </p:sp>
      <p:sp>
        <p:nvSpPr>
          <p:cNvPr id="3" name="거리 조건">
            <a:extLst xmlns:a="http://schemas.openxmlformats.org/drawingml/2006/main">
              <a:ext uri="{FF2B5EF4-FFF2-40B4-BE49-F238E27FC236}">
                <a16:creationId xmlns:a16="http://schemas.microsoft.com/office/drawing/2014/main" id="{B4C5BA36-CCB2-4D25-844D-CE5C2407C70D}"/>
              </a:ext>
            </a:extLst>
          </p:cNvPr>
          <p:cNvSpPr>
            <a:spLocks xmlns:a="http://schemas.openxmlformats.org/drawingml/2006/main" noGrp="1"/>
          </p:cNvSpPr>
          <p:nvPr/>
        </p:nvSpPr>
        <p:spPr>
          <a:xfrm xmlns:a="http://schemas.openxmlformats.org/drawingml/2006/main">
            <a:off x="523875" y="2047875"/>
            <a:ext cx="9644063" cy="37909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292929"/>
                </a:solidFill>
                <a:latin typeface="KoPubDotum"/>
                <a:ea typeface="KoPubDotum"/>
                <a:cs typeface="KoPubDotum"/>
              </a:defRPr>
            </a:defPPr>
          </a:lstStyle>
          <a:p xmlns:a="http://schemas.openxmlformats.org/drawingml/2006/main">
            <a:pPr algn="l">
              <a:lnSpc>
                <a:spcPct val="116000"/>
              </a:lnSpc>
              <a:buNone/>
              <a:defRPr sz="1950" b="1">
                <a:solidFill>
                  <a:srgbClr val="292929"/>
                </a:solidFill>
                <a:latin typeface="KoPubDotum"/>
                <a:ea typeface="KoPubDotum"/>
                <a:cs typeface="KoPubDotum"/>
              </a:defRPr>
            </a:pPr>
            <a:r>
              <a:rPr sz="1950" b="1">
                <a:solidFill>
                  <a:srgbClr val="292929"/>
                </a:solidFill>
                <a:latin typeface="KoPubDotum"/>
                <a:ea typeface="KoPubDotum"/>
                <a:cs typeface="KoPubDotum"/>
              </a:rPr>
              <a:t>거리 조건</a:t>
            </a:r>
          </a:p>
        </p:txBody>
      </p:sp>
      <p:sp>
        <p:nvSpPr>
          <p:cNvPr id="4" name="“거리 &lt; 20cm”일 때 17cm와 23cm는 어떻게 다">
            <a:extLst xmlns:a="http://schemas.openxmlformats.org/drawingml/2006/main">
              <a:ext uri="{FF2B5EF4-FFF2-40B4-BE49-F238E27FC236}">
                <a16:creationId xmlns:a16="http://schemas.microsoft.com/office/drawing/2014/main" id="{364552B1-C55E-424B-A3EE-63326D527ED3}"/>
              </a:ext>
            </a:extLst>
          </p:cNvPr>
          <p:cNvSpPr>
            <a:spLocks xmlns:a="http://schemas.openxmlformats.org/drawingml/2006/main" noGrp="1"/>
          </p:cNvSpPr>
          <p:nvPr/>
        </p:nvSpPr>
        <p:spPr>
          <a:xfrm xmlns:a="http://schemas.openxmlformats.org/drawingml/2006/main">
            <a:off x="523875" y="2484120"/>
            <a:ext cx="9644063" cy="40805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292929"/>
                </a:solidFill>
                <a:latin typeface="KoPubDotum"/>
                <a:ea typeface="KoPubDotum"/>
                <a:cs typeface="KoPubDotum"/>
              </a:defRPr>
            </a:defPPr>
          </a:lstStyle>
          <a:p xmlns:a="http://schemas.openxmlformats.org/drawingml/2006/main">
            <a:pPr algn="l">
              <a:lnSpc>
                <a:spcPct val="116000"/>
              </a:lnSpc>
              <a:buNone/>
              <a:defRPr sz="1950" b="0">
                <a:solidFill>
                  <a:srgbClr val="292929"/>
                </a:solidFill>
                <a:latin typeface="KoPubDotum"/>
                <a:ea typeface="KoPubDotum"/>
                <a:cs typeface="KoPubDotum"/>
              </a:defRPr>
            </a:pPr>
            <a:r>
              <a:rPr sz="1950" b="0">
                <a:solidFill>
                  <a:srgbClr val="292929"/>
                </a:solidFill>
                <a:latin typeface="KoPubDotum"/>
                <a:ea typeface="KoPubDotum"/>
                <a:cs typeface="KoPubDotum"/>
              </a:rPr>
              <a:t>“거리 &lt; 20cm”일 때 17cm와 23cm는 어떻게 다른가요?</a:t>
            </a:r>
          </a:p>
        </p:txBody>
      </p:sp>
      <p:sp>
        <p:nvSpPr>
          <p:cNvPr id="5" name="반복">
            <a:extLst xmlns:a="http://schemas.openxmlformats.org/drawingml/2006/main">
              <a:ext uri="{FF2B5EF4-FFF2-40B4-BE49-F238E27FC236}">
                <a16:creationId xmlns:a16="http://schemas.microsoft.com/office/drawing/2014/main" id="{3A3AB189-98FB-4345-8157-717FDFBAB8EF}"/>
              </a:ext>
            </a:extLst>
          </p:cNvPr>
          <p:cNvSpPr>
            <a:spLocks xmlns:a="http://schemas.openxmlformats.org/drawingml/2006/main" noGrp="1"/>
          </p:cNvSpPr>
          <p:nvPr/>
        </p:nvSpPr>
        <p:spPr>
          <a:xfrm xmlns:a="http://schemas.openxmlformats.org/drawingml/2006/main">
            <a:off x="523875" y="3139821"/>
            <a:ext cx="9644063" cy="37909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292929"/>
                </a:solidFill>
                <a:latin typeface="KoPubDotum"/>
                <a:ea typeface="KoPubDotum"/>
                <a:cs typeface="KoPubDotum"/>
              </a:defRPr>
            </a:defPPr>
          </a:lstStyle>
          <a:p xmlns:a="http://schemas.openxmlformats.org/drawingml/2006/main">
            <a:pPr algn="l">
              <a:lnSpc>
                <a:spcPct val="116000"/>
              </a:lnSpc>
              <a:buNone/>
              <a:defRPr sz="1950" b="1">
                <a:solidFill>
                  <a:srgbClr val="292929"/>
                </a:solidFill>
                <a:latin typeface="KoPubDotum"/>
                <a:ea typeface="KoPubDotum"/>
                <a:cs typeface="KoPubDotum"/>
              </a:defRPr>
            </a:pPr>
            <a:r>
              <a:rPr sz="1950" b="1">
                <a:solidFill>
                  <a:srgbClr val="292929"/>
                </a:solidFill>
                <a:latin typeface="KoPubDotum"/>
                <a:ea typeface="KoPubDotum"/>
                <a:cs typeface="KoPubDotum"/>
              </a:rPr>
              <a:t>반복</a:t>
            </a:r>
          </a:p>
        </p:txBody>
      </p:sp>
      <p:sp>
        <p:nvSpPr>
          <p:cNvPr id="6" name="장애물을 옮겼을 때 로봇이 다시 반응하려면 무엇이 필요할까">
            <a:extLst xmlns:a="http://schemas.openxmlformats.org/drawingml/2006/main">
              <a:ext uri="{FF2B5EF4-FFF2-40B4-BE49-F238E27FC236}">
                <a16:creationId xmlns:a16="http://schemas.microsoft.com/office/drawing/2014/main" id="{22892FBC-3A11-41C9-BD6C-656D4DE0383B}"/>
              </a:ext>
            </a:extLst>
          </p:cNvPr>
          <p:cNvSpPr>
            <a:spLocks xmlns:a="http://schemas.openxmlformats.org/drawingml/2006/main" noGrp="1"/>
          </p:cNvSpPr>
          <p:nvPr/>
        </p:nvSpPr>
        <p:spPr>
          <a:xfrm xmlns:a="http://schemas.openxmlformats.org/drawingml/2006/main">
            <a:off x="523875" y="3576066"/>
            <a:ext cx="9644063" cy="40805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292929"/>
                </a:solidFill>
                <a:latin typeface="KoPubDotum"/>
                <a:ea typeface="KoPubDotum"/>
                <a:cs typeface="KoPubDotum"/>
              </a:defRPr>
            </a:defPPr>
          </a:lstStyle>
          <a:p xmlns:a="http://schemas.openxmlformats.org/drawingml/2006/main">
            <a:pPr algn="l">
              <a:lnSpc>
                <a:spcPct val="116000"/>
              </a:lnSpc>
              <a:buNone/>
              <a:defRPr sz="1950" b="0">
                <a:solidFill>
                  <a:srgbClr val="292929"/>
                </a:solidFill>
                <a:latin typeface="KoPubDotum"/>
                <a:ea typeface="KoPubDotum"/>
                <a:cs typeface="KoPubDotum"/>
              </a:defRPr>
            </a:pPr>
            <a:r>
              <a:rPr sz="1950" b="0">
                <a:solidFill>
                  <a:srgbClr val="292929"/>
                </a:solidFill>
                <a:latin typeface="KoPubDotum"/>
                <a:ea typeface="KoPubDotum"/>
                <a:cs typeface="KoPubDotum"/>
              </a:rPr>
              <a:t>장애물을 옮겼을 때 로봇이 다시 반응하려면 무엇이 필요할까요?</a:t>
            </a:r>
          </a:p>
        </p:txBody>
      </p:sp>
      <p:sp>
        <p:nvSpPr>
          <p:cNvPr id="7" name="문제 찾기">
            <a:extLst xmlns:a="http://schemas.openxmlformats.org/drawingml/2006/main">
              <a:ext uri="{FF2B5EF4-FFF2-40B4-BE49-F238E27FC236}">
                <a16:creationId xmlns:a16="http://schemas.microsoft.com/office/drawing/2014/main" id="{15F11827-C691-4CA2-826F-0901AE93C077}"/>
              </a:ext>
            </a:extLst>
          </p:cNvPr>
          <p:cNvSpPr>
            <a:spLocks xmlns:a="http://schemas.openxmlformats.org/drawingml/2006/main" noGrp="1"/>
          </p:cNvSpPr>
          <p:nvPr/>
        </p:nvSpPr>
        <p:spPr>
          <a:xfrm xmlns:a="http://schemas.openxmlformats.org/drawingml/2006/main">
            <a:off x="523875" y="4231767"/>
            <a:ext cx="9644063" cy="37909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292929"/>
                </a:solidFill>
                <a:latin typeface="KoPubDotum"/>
                <a:ea typeface="KoPubDotum"/>
                <a:cs typeface="KoPubDotum"/>
              </a:defRPr>
            </a:defPPr>
          </a:lstStyle>
          <a:p xmlns:a="http://schemas.openxmlformats.org/drawingml/2006/main">
            <a:pPr algn="l">
              <a:lnSpc>
                <a:spcPct val="116000"/>
              </a:lnSpc>
              <a:buNone/>
              <a:defRPr sz="1950" b="1">
                <a:solidFill>
                  <a:srgbClr val="292929"/>
                </a:solidFill>
                <a:latin typeface="KoPubDotum"/>
                <a:ea typeface="KoPubDotum"/>
                <a:cs typeface="KoPubDotum"/>
              </a:defRPr>
            </a:pPr>
            <a:r>
              <a:rPr sz="1950" b="1">
                <a:solidFill>
                  <a:srgbClr val="292929"/>
                </a:solidFill>
                <a:latin typeface="KoPubDotum"/>
                <a:ea typeface="KoPubDotum"/>
                <a:cs typeface="KoPubDotum"/>
              </a:rPr>
              <a:t>문제 찾기</a:t>
            </a:r>
          </a:p>
        </p:txBody>
      </p:sp>
      <p:sp>
        <p:nvSpPr>
          <p:cNvPr id="8" name="연결은 됐는데 움직이지 않으면 무엇부터 따로 시험하겠어요?">
            <a:extLst xmlns:a="http://schemas.openxmlformats.org/drawingml/2006/main">
              <a:ext uri="{FF2B5EF4-FFF2-40B4-BE49-F238E27FC236}">
                <a16:creationId xmlns:a16="http://schemas.microsoft.com/office/drawing/2014/main" id="{84B762A6-30C0-4576-BE1D-C209B5D576EB}"/>
              </a:ext>
            </a:extLst>
          </p:cNvPr>
          <p:cNvSpPr>
            <a:spLocks xmlns:a="http://schemas.openxmlformats.org/drawingml/2006/main" noGrp="1"/>
          </p:cNvSpPr>
          <p:nvPr/>
        </p:nvSpPr>
        <p:spPr>
          <a:xfrm xmlns:a="http://schemas.openxmlformats.org/drawingml/2006/main">
            <a:off x="523875" y="4668012"/>
            <a:ext cx="9644063" cy="40805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292929"/>
                </a:solidFill>
                <a:latin typeface="KoPubDotum"/>
                <a:ea typeface="KoPubDotum"/>
                <a:cs typeface="KoPubDotum"/>
              </a:defRPr>
            </a:defPPr>
          </a:lstStyle>
          <a:p xmlns:a="http://schemas.openxmlformats.org/drawingml/2006/main">
            <a:pPr algn="l">
              <a:lnSpc>
                <a:spcPct val="116000"/>
              </a:lnSpc>
              <a:buNone/>
              <a:defRPr sz="1950" b="0">
                <a:solidFill>
                  <a:srgbClr val="292929"/>
                </a:solidFill>
                <a:latin typeface="KoPubDotum"/>
                <a:ea typeface="KoPubDotum"/>
                <a:cs typeface="KoPubDotum"/>
              </a:defRPr>
            </a:pPr>
            <a:r>
              <a:rPr sz="1950" b="0">
                <a:solidFill>
                  <a:srgbClr val="292929"/>
                </a:solidFill>
                <a:latin typeface="KoPubDotum"/>
                <a:ea typeface="KoPubDotum"/>
                <a:cs typeface="KoPubDotum"/>
              </a:rPr>
              <a:t>연결은 됐는데 움직이지 않으면 무엇부터 따로 시험하겠어요?</a:t>
            </a:r>
          </a:p>
        </p:txBody>
      </p:sp>
      <p:sp>
        <p:nvSpPr>
          <p:cNvPr id="9" name="정리">
            <a:extLst xmlns:a="http://schemas.openxmlformats.org/drawingml/2006/main">
              <a:ext uri="{FF2B5EF4-FFF2-40B4-BE49-F238E27FC236}">
                <a16:creationId xmlns:a16="http://schemas.microsoft.com/office/drawing/2014/main" id="{CDBC804C-B346-4ADC-B80A-D43565873034}"/>
              </a:ext>
            </a:extLst>
          </p:cNvPr>
          <p:cNvSpPr>
            <a:spLocks xmlns:a="http://schemas.openxmlformats.org/drawingml/2006/main" noGrp="1"/>
          </p:cNvSpPr>
          <p:nvPr/>
        </p:nvSpPr>
        <p:spPr>
          <a:xfrm xmlns:a="http://schemas.openxmlformats.org/drawingml/2006/main">
            <a:off x="523875" y="5323713"/>
            <a:ext cx="9644063" cy="37909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292929"/>
                </a:solidFill>
                <a:latin typeface="KoPubDotum"/>
                <a:ea typeface="KoPubDotum"/>
                <a:cs typeface="KoPubDotum"/>
              </a:defRPr>
            </a:defPPr>
          </a:lstStyle>
          <a:p xmlns:a="http://schemas.openxmlformats.org/drawingml/2006/main">
            <a:pPr algn="l">
              <a:lnSpc>
                <a:spcPct val="116000"/>
              </a:lnSpc>
              <a:buNone/>
              <a:defRPr sz="1950" b="1">
                <a:solidFill>
                  <a:srgbClr val="292929"/>
                </a:solidFill>
                <a:latin typeface="KoPubDotum"/>
                <a:ea typeface="KoPubDotum"/>
                <a:cs typeface="KoPubDotum"/>
              </a:defRPr>
            </a:pPr>
            <a:r>
              <a:rPr sz="1950" b="1">
                <a:solidFill>
                  <a:srgbClr val="292929"/>
                </a:solidFill>
                <a:latin typeface="KoPubDotum"/>
                <a:ea typeface="KoPubDotum"/>
                <a:cs typeface="KoPubDotum"/>
              </a:rPr>
              <a:t>정리</a:t>
            </a:r>
          </a:p>
        </p:txBody>
      </p:sp>
      <p:sp>
        <p:nvSpPr>
          <p:cNvPr id="10" name="프로젝트를 저장하고 Hub 연결을 해제합니다.&#10;전원을 끈 ">
            <a:extLst xmlns:a="http://schemas.openxmlformats.org/drawingml/2006/main">
              <a:ext uri="{FF2B5EF4-FFF2-40B4-BE49-F238E27FC236}">
                <a16:creationId xmlns:a16="http://schemas.microsoft.com/office/drawing/2014/main" id="{9F92C84A-C992-4040-8383-98E919D5EBBE}"/>
              </a:ext>
            </a:extLst>
          </p:cNvPr>
          <p:cNvSpPr>
            <a:spLocks xmlns:a="http://schemas.openxmlformats.org/drawingml/2006/main" noGrp="1"/>
          </p:cNvSpPr>
          <p:nvPr/>
        </p:nvSpPr>
        <p:spPr>
          <a:xfrm xmlns:a="http://schemas.openxmlformats.org/drawingml/2006/main">
            <a:off x="523875" y="5759958"/>
            <a:ext cx="9644063" cy="73990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292929"/>
                </a:solidFill>
                <a:latin typeface="KoPubDotum"/>
                <a:ea typeface="KoPubDotum"/>
                <a:cs typeface="KoPubDotum"/>
              </a:defRPr>
            </a:defPPr>
          </a:lstStyle>
          <a:p xmlns:a="http://schemas.openxmlformats.org/drawingml/2006/main">
            <a:pPr algn="l">
              <a:lnSpc>
                <a:spcPct val="116000"/>
              </a:lnSpc>
              <a:buNone/>
              <a:defRPr sz="1950" b="0">
                <a:solidFill>
                  <a:srgbClr val="292929"/>
                </a:solidFill>
                <a:latin typeface="KoPubDotum"/>
                <a:ea typeface="KoPubDotum"/>
                <a:cs typeface="KoPubDotum"/>
              </a:defRPr>
            </a:pPr>
            <a:r>
              <a:rPr sz="1950" b="0">
                <a:solidFill>
                  <a:srgbClr val="292929"/>
                </a:solidFill>
                <a:latin typeface="KoPubDotum"/>
                <a:ea typeface="KoPubDotum"/>
                <a:cs typeface="KoPubDotum"/>
              </a:rPr>
              <a:t>프로젝트를 저장하고 Hub 연결을 해제합니다.</a:t>
            </a:r>
          </a:p>
          <a:p xmlns:a="http://schemas.openxmlformats.org/drawingml/2006/main">
            <a:pPr algn="l">
              <a:lnSpc>
                <a:spcPct val="116000"/>
              </a:lnSpc>
              <a:buNone/>
              <a:defRPr sz="1950" b="0">
                <a:solidFill>
                  <a:srgbClr val="292929"/>
                </a:solidFill>
                <a:latin typeface="KoPubDotum"/>
                <a:ea typeface="KoPubDotum"/>
                <a:cs typeface="KoPubDotum"/>
              </a:defRPr>
            </a:pPr>
            <a:r>
              <a:rPr sz="1950" b="0">
                <a:solidFill>
                  <a:srgbClr val="292929"/>
                </a:solidFill>
                <a:latin typeface="KoPubDotum"/>
                <a:ea typeface="KoPubDotum"/>
                <a:cs typeface="KoPubDotum"/>
              </a:rPr>
              <a:t>전원을 끈 뒤 센서와 케이블을 보관합니다.</a:t>
            </a:r>
          </a:p>
        </p:txBody>
      </p:sp>
    </p:spTree>
    <p:extLst>
      <p:ext uri="{BB962C8B-B14F-4D97-AF65-F5344CB8AC3E}">
        <p14:creationId xmlns:p14="http://schemas.microsoft.com/office/powerpoint/2010/main" val="362221642"/>
      </p:ext>
    </p:extLst>
  </p:cSld>
</p:sld>
</file>

<file path=ppt/slides/slide41.xml><?xml version="1.0" encoding="utf-8"?>
<p:sld xmlns:p="http://schemas.openxmlformats.org/presentationml/2006/main">
  <p:cSld>
    <p:spTree>
      <p:nvGrpSpPr>
        <p:cNvPr id="1" name=""/>
        <p:cNvGrpSpPr/>
        <p:nvPr/>
      </p:nvGrpSpPr>
      <p:grpSpPr>
        <a:xfrm xmlns:a="http://schemas.openxmlformats.org/drawingml/2006/main"/>
      </p:grpSpPr>
      <p:sp>
        <p:nvSpPr>
          <p:cNvPr id="9" name="수업 준비에 참고할 자료">
            <a:extLst xmlns:a="http://schemas.openxmlformats.org/drawingml/2006/main">
              <a:ext uri="{FF2B5EF4-FFF2-40B4-BE49-F238E27FC236}">
                <a16:creationId xmlns:a16="http://schemas.microsoft.com/office/drawing/2014/main" id="{1AFD16D7-DD3E-474D-BD39-100350CA0E03}"/>
              </a:ext>
            </a:extLst>
          </p:cNvPr>
          <p:cNvSpPr>
            <a:spLocks xmlns:a="http://schemas.openxmlformats.org/drawingml/2006/main" noGrp="1"/>
          </p:cNvSpPr>
          <p:nvPr/>
        </p:nvSpPr>
        <p:spPr>
          <a:xfrm xmlns:a="http://schemas.openxmlformats.org/drawingml/2006/main">
            <a:off x="476250" y="1428750"/>
            <a:ext cx="9739313"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292929"/>
                </a:solidFill>
                <a:latin typeface="KoPubDotum"/>
                <a:ea typeface="KoPubDotum"/>
                <a:cs typeface="KoPubDotum"/>
              </a:defRPr>
            </a:defPPr>
          </a:lstStyle>
          <a:p xmlns:a="http://schemas.openxmlformats.org/drawingml/2006/main">
            <a:pPr algn="l">
              <a:lnSpc>
                <a:spcPct val="116000"/>
              </a:lnSpc>
              <a:buNone/>
              <a:defRPr sz="1950" b="0">
                <a:solidFill>
                  <a:srgbClr val="292929"/>
                </a:solidFill>
                <a:latin typeface="KoPubDotum"/>
                <a:ea typeface="KoPubDotum"/>
                <a:cs typeface="KoPubDotum"/>
              </a:defRPr>
            </a:pPr>
            <a:r>
              <a:rPr sz="1950" b="0">
                <a:solidFill>
                  <a:srgbClr val="292929"/>
                </a:solidFill>
                <a:latin typeface="KoPubDotum"/>
                <a:ea typeface="KoPubDotum"/>
                <a:cs typeface="KoPubDotum"/>
              </a:rPr>
              <a:t>수업 준비에 참고할 자료</a:t>
            </a:r>
          </a:p>
        </p:txBody>
      </p:sp>
      <p:sp>
        <p:nvSpPr>
          <p:cNvPr id="2" name="41">
            <a:extLst xmlns:a="http://schemas.openxmlformats.org/drawingml/2006/main">
              <a:ext uri="{FF2B5EF4-FFF2-40B4-BE49-F238E27FC236}">
                <a16:creationId xmlns:a16="http://schemas.microsoft.com/office/drawing/2014/main" id="{93E0FCF2-8520-4254-9FD4-1EA574448C5D}"/>
              </a:ext>
            </a:extLst>
          </p:cNvPr>
          <p:cNvSpPr>
            <a:spLocks xmlns:a="http://schemas.openxmlformats.org/drawingml/2006/main" noGrp="1"/>
          </p:cNvSpPr>
          <p:nvPr/>
        </p:nvSpPr>
        <p:spPr>
          <a:xfrm xmlns:a="http://schemas.openxmlformats.org/drawingml/2006/main">
            <a:off x="5107782" y="7064375"/>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50" b="0">
                <a:solidFill>
                  <a:srgbClr val="5A554E"/>
                </a:solidFill>
                <a:latin typeface="KoPubDotum"/>
                <a:ea typeface="KoPubDotum"/>
                <a:cs typeface="KoPubDotum"/>
              </a:defRPr>
            </a:defPPr>
          </a:lstStyle>
          <a:p xmlns:a="http://schemas.openxmlformats.org/drawingml/2006/main">
            <a:pPr algn="ctr">
              <a:lnSpc>
                <a:spcPct val="116000"/>
              </a:lnSpc>
              <a:buNone/>
              <a:defRPr sz="1050" b="0">
                <a:solidFill>
                  <a:srgbClr val="5A554E"/>
                </a:solidFill>
                <a:latin typeface="KoPubDotum"/>
                <a:ea typeface="KoPubDotum"/>
                <a:cs typeface="KoPubDotum"/>
              </a:defRPr>
            </a:pPr>
            <a:r>
              <a:rPr sz="1050" b="0">
                <a:solidFill>
                  <a:srgbClr val="5A554E"/>
                </a:solidFill>
                <a:latin typeface="KoPubDotum"/>
                <a:ea typeface="KoPubDotum"/>
                <a:cs typeface="KoPubDotum"/>
              </a:rPr>
              <a:t>41</a:t>
            </a:r>
          </a:p>
        </p:txBody>
      </p:sp>
      <p:sp>
        <p:nvSpPr>
          <p:cNvPr id="3" name="앱과 조립 설명서">
            <a:extLst xmlns:a="http://schemas.openxmlformats.org/drawingml/2006/main">
              <a:ext uri="{FF2B5EF4-FFF2-40B4-BE49-F238E27FC236}">
                <a16:creationId xmlns:a16="http://schemas.microsoft.com/office/drawing/2014/main" id="{55609F32-1BC9-4F4D-81F3-9E4A8EC49488}"/>
              </a:ext>
            </a:extLst>
          </p:cNvPr>
          <p:cNvSpPr>
            <a:spLocks xmlns:a="http://schemas.openxmlformats.org/drawingml/2006/main" noGrp="1"/>
          </p:cNvSpPr>
          <p:nvPr/>
        </p:nvSpPr>
        <p:spPr>
          <a:xfrm xmlns:a="http://schemas.openxmlformats.org/drawingml/2006/main">
            <a:off x="523875" y="2047875"/>
            <a:ext cx="9644063" cy="37909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292929"/>
                </a:solidFill>
                <a:latin typeface="KoPubDotum"/>
                <a:ea typeface="KoPubDotum"/>
                <a:cs typeface="KoPubDotum"/>
              </a:defRPr>
            </a:defPPr>
          </a:lstStyle>
          <a:p xmlns:a="http://schemas.openxmlformats.org/drawingml/2006/main">
            <a:pPr algn="l">
              <a:lnSpc>
                <a:spcPct val="116000"/>
              </a:lnSpc>
              <a:buNone/>
              <a:defRPr sz="1950" b="1">
                <a:solidFill>
                  <a:srgbClr val="292929"/>
                </a:solidFill>
                <a:latin typeface="KoPubDotum"/>
                <a:ea typeface="KoPubDotum"/>
                <a:cs typeface="KoPubDotum"/>
              </a:defRPr>
            </a:pPr>
            <a:r>
              <a:rPr sz="1950" b="1">
                <a:solidFill>
                  <a:srgbClr val="292929"/>
                </a:solidFill>
                <a:latin typeface="KoPubDotum"/>
                <a:ea typeface="KoPubDotum"/>
                <a:cs typeface="KoPubDotum"/>
              </a:rPr>
              <a:t>앱과 조립 설명서</a:t>
            </a:r>
          </a:p>
        </p:txBody>
      </p:sp>
      <p:sp>
        <p:nvSpPr>
          <p:cNvPr id="4" name="SPIKE 웹앱과 공식 조립 설명서를 수업 전에 열어 봅니">
            <a:extLst xmlns:a="http://schemas.openxmlformats.org/drawingml/2006/main">
              <a:ext uri="{FF2B5EF4-FFF2-40B4-BE49-F238E27FC236}">
                <a16:creationId xmlns:a16="http://schemas.microsoft.com/office/drawing/2014/main" id="{E9C0AE56-5E51-47C0-A4BF-A37830B4F4DC}"/>
              </a:ext>
            </a:extLst>
          </p:cNvPr>
          <p:cNvSpPr>
            <a:spLocks xmlns:a="http://schemas.openxmlformats.org/drawingml/2006/main" noGrp="1"/>
          </p:cNvSpPr>
          <p:nvPr/>
        </p:nvSpPr>
        <p:spPr>
          <a:xfrm xmlns:a="http://schemas.openxmlformats.org/drawingml/2006/main">
            <a:off x="523875" y="2484120"/>
            <a:ext cx="9644063" cy="73990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292929"/>
                </a:solidFill>
                <a:latin typeface="KoPubDotum"/>
                <a:ea typeface="KoPubDotum"/>
                <a:cs typeface="KoPubDotum"/>
              </a:defRPr>
            </a:defPPr>
          </a:lstStyle>
          <a:p xmlns:a="http://schemas.openxmlformats.org/drawingml/2006/main">
            <a:pPr algn="l">
              <a:lnSpc>
                <a:spcPct val="116000"/>
              </a:lnSpc>
              <a:buNone/>
              <a:defRPr sz="1950" b="0">
                <a:solidFill>
                  <a:srgbClr val="292929"/>
                </a:solidFill>
                <a:latin typeface="KoPubDotum"/>
                <a:ea typeface="KoPubDotum"/>
                <a:cs typeface="KoPubDotum"/>
              </a:defRPr>
            </a:pPr>
            <a:r>
              <a:rPr sz="1950" b="0">
                <a:solidFill>
                  <a:srgbClr val="292929"/>
                </a:solidFill>
                <a:latin typeface="KoPubDotum"/>
                <a:ea typeface="KoPubDotum"/>
                <a:cs typeface="KoPubDotum"/>
              </a:rPr>
              <a:t>SPIKE 웹앱과 공식 조립 설명서를 수업 전에 열어 봅니다.</a:t>
            </a:r>
          </a:p>
          <a:p xmlns:a="http://schemas.openxmlformats.org/drawingml/2006/main">
            <a:pPr algn="l">
              <a:lnSpc>
                <a:spcPct val="116000"/>
              </a:lnSpc>
              <a:buNone/>
              <a:defRPr sz="1950" b="0">
                <a:solidFill>
                  <a:srgbClr val="292929"/>
                </a:solidFill>
                <a:latin typeface="KoPubDotum"/>
                <a:ea typeface="KoPubDotum"/>
                <a:cs typeface="KoPubDotum"/>
              </a:defRPr>
            </a:pPr>
            <a:r>
              <a:rPr sz="1950" b="0">
                <a:solidFill>
                  <a:srgbClr val="292929"/>
                </a:solidFill>
                <a:latin typeface="KoPubDotum"/>
                <a:ea typeface="KoPubDotum"/>
                <a:cs typeface="KoPubDotum"/>
              </a:rPr>
              <a:t>사용할 기기에서 Hub 연결과 프로젝트 저장을 시험합니다.</a:t>
            </a:r>
          </a:p>
        </p:txBody>
      </p:sp>
      <p:sp>
        <p:nvSpPr>
          <p:cNvPr id="5" name="활동지와 매뉴얼">
            <a:extLst xmlns:a="http://schemas.openxmlformats.org/drawingml/2006/main">
              <a:ext uri="{FF2B5EF4-FFF2-40B4-BE49-F238E27FC236}">
                <a16:creationId xmlns:a16="http://schemas.microsoft.com/office/drawing/2014/main" id="{05150311-F600-4D23-A7A1-34EA79CC4617}"/>
              </a:ext>
            </a:extLst>
          </p:cNvPr>
          <p:cNvSpPr>
            <a:spLocks xmlns:a="http://schemas.openxmlformats.org/drawingml/2006/main" noGrp="1"/>
          </p:cNvSpPr>
          <p:nvPr/>
        </p:nvSpPr>
        <p:spPr>
          <a:xfrm xmlns:a="http://schemas.openxmlformats.org/drawingml/2006/main">
            <a:off x="523875" y="3471672"/>
            <a:ext cx="9644063" cy="37909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292929"/>
                </a:solidFill>
                <a:latin typeface="KoPubDotum"/>
                <a:ea typeface="KoPubDotum"/>
                <a:cs typeface="KoPubDotum"/>
              </a:defRPr>
            </a:defPPr>
          </a:lstStyle>
          <a:p xmlns:a="http://schemas.openxmlformats.org/drawingml/2006/main">
            <a:pPr algn="l">
              <a:lnSpc>
                <a:spcPct val="116000"/>
              </a:lnSpc>
              <a:buNone/>
              <a:defRPr sz="1950" b="1">
                <a:solidFill>
                  <a:srgbClr val="292929"/>
                </a:solidFill>
                <a:latin typeface="KoPubDotum"/>
                <a:ea typeface="KoPubDotum"/>
                <a:cs typeface="KoPubDotum"/>
              </a:defRPr>
            </a:pPr>
            <a:r>
              <a:rPr sz="1950" b="1">
                <a:solidFill>
                  <a:srgbClr val="292929"/>
                </a:solidFill>
                <a:latin typeface="KoPubDotum"/>
                <a:ea typeface="KoPubDotum"/>
                <a:cs typeface="KoPubDotum"/>
              </a:rPr>
              <a:t>활동지와 매뉴얼</a:t>
            </a:r>
          </a:p>
        </p:txBody>
      </p:sp>
      <p:sp>
        <p:nvSpPr>
          <p:cNvPr id="6" name="신규 활동지에 주행 결과를 적습니다.&#10;연결이나 센서 문제가">
            <a:extLst xmlns:a="http://schemas.openxmlformats.org/drawingml/2006/main">
              <a:ext uri="{FF2B5EF4-FFF2-40B4-BE49-F238E27FC236}">
                <a16:creationId xmlns:a16="http://schemas.microsoft.com/office/drawing/2014/main" id="{737CB206-AC3C-4C99-B1D1-1D76A240410D}"/>
              </a:ext>
            </a:extLst>
          </p:cNvPr>
          <p:cNvSpPr>
            <a:spLocks xmlns:a="http://schemas.openxmlformats.org/drawingml/2006/main" noGrp="1"/>
          </p:cNvSpPr>
          <p:nvPr/>
        </p:nvSpPr>
        <p:spPr>
          <a:xfrm xmlns:a="http://schemas.openxmlformats.org/drawingml/2006/main">
            <a:off x="523875" y="3907917"/>
            <a:ext cx="9644063" cy="73990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292929"/>
                </a:solidFill>
                <a:latin typeface="KoPubDotum"/>
                <a:ea typeface="KoPubDotum"/>
                <a:cs typeface="KoPubDotum"/>
              </a:defRPr>
            </a:defPPr>
          </a:lstStyle>
          <a:p xmlns:a="http://schemas.openxmlformats.org/drawingml/2006/main">
            <a:pPr algn="l">
              <a:lnSpc>
                <a:spcPct val="116000"/>
              </a:lnSpc>
              <a:buNone/>
              <a:defRPr sz="1950" b="0">
                <a:solidFill>
                  <a:srgbClr val="292929"/>
                </a:solidFill>
                <a:latin typeface="KoPubDotum"/>
                <a:ea typeface="KoPubDotum"/>
                <a:cs typeface="KoPubDotum"/>
              </a:defRPr>
            </a:pPr>
            <a:r>
              <a:rPr sz="1950" b="0">
                <a:solidFill>
                  <a:srgbClr val="292929"/>
                </a:solidFill>
                <a:latin typeface="KoPubDotum"/>
                <a:ea typeface="KoPubDotum"/>
                <a:cs typeface="KoPubDotum"/>
              </a:rPr>
              <a:t>신규 활동지에 주행 결과를 적습니다.</a:t>
            </a:r>
          </a:p>
          <a:p xmlns:a="http://schemas.openxmlformats.org/drawingml/2006/main">
            <a:pPr algn="l">
              <a:lnSpc>
                <a:spcPct val="116000"/>
              </a:lnSpc>
              <a:buNone/>
              <a:defRPr sz="1950" b="0">
                <a:solidFill>
                  <a:srgbClr val="292929"/>
                </a:solidFill>
                <a:latin typeface="KoPubDotum"/>
                <a:ea typeface="KoPubDotum"/>
                <a:cs typeface="KoPubDotum"/>
              </a:defRPr>
            </a:pPr>
            <a:r>
              <a:rPr sz="1950" b="0">
                <a:solidFill>
                  <a:srgbClr val="292929"/>
                </a:solidFill>
                <a:latin typeface="KoPubDotum"/>
                <a:ea typeface="KoPubDotum"/>
                <a:cs typeface="KoPubDotum"/>
              </a:rPr>
              <a:t>연결이나 센서 문제가 생기면 공통 매뉴얼에서 해당 항목을 찾습니다.</a:t>
            </a:r>
          </a:p>
        </p:txBody>
      </p:sp>
      <p:sp>
        <p:nvSpPr>
          <p:cNvPr id="7" name="공식 자료 위치">
            <a:extLst xmlns:a="http://schemas.openxmlformats.org/drawingml/2006/main">
              <a:ext uri="{FF2B5EF4-FFF2-40B4-BE49-F238E27FC236}">
                <a16:creationId xmlns:a16="http://schemas.microsoft.com/office/drawing/2014/main" id="{E8CCC9B7-A57B-41E5-A1F0-766C3C37C62C}"/>
              </a:ext>
            </a:extLst>
          </p:cNvPr>
          <p:cNvSpPr>
            <a:spLocks xmlns:a="http://schemas.openxmlformats.org/drawingml/2006/main" noGrp="1"/>
          </p:cNvSpPr>
          <p:nvPr/>
        </p:nvSpPr>
        <p:spPr>
          <a:xfrm xmlns:a="http://schemas.openxmlformats.org/drawingml/2006/main">
            <a:off x="523875" y="4895469"/>
            <a:ext cx="9644063" cy="37909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292929"/>
                </a:solidFill>
                <a:latin typeface="KoPubDotum"/>
                <a:ea typeface="KoPubDotum"/>
                <a:cs typeface="KoPubDotum"/>
              </a:defRPr>
            </a:defPPr>
          </a:lstStyle>
          <a:p xmlns:a="http://schemas.openxmlformats.org/drawingml/2006/main">
            <a:pPr algn="l">
              <a:lnSpc>
                <a:spcPct val="116000"/>
              </a:lnSpc>
              <a:buNone/>
              <a:defRPr sz="1950" b="1">
                <a:solidFill>
                  <a:srgbClr val="292929"/>
                </a:solidFill>
                <a:latin typeface="KoPubDotum"/>
                <a:ea typeface="KoPubDotum"/>
                <a:cs typeface="KoPubDotum"/>
              </a:defRPr>
            </a:pPr>
            <a:r>
              <a:rPr sz="1950" b="1">
                <a:solidFill>
                  <a:srgbClr val="292929"/>
                </a:solidFill>
                <a:latin typeface="KoPubDotum"/>
                <a:ea typeface="KoPubDotum"/>
                <a:cs typeface="KoPubDotum"/>
              </a:rPr>
              <a:t>공식 자료 위치</a:t>
            </a:r>
          </a:p>
        </p:txBody>
      </p:sp>
      <p:sp>
        <p:nvSpPr>
          <p:cNvPr id="8" name="공식 자료 링크는 공통 매뉴얼 25~26쪽에 모아 두었습니">
            <a:extLst xmlns:a="http://schemas.openxmlformats.org/drawingml/2006/main">
              <a:ext uri="{FF2B5EF4-FFF2-40B4-BE49-F238E27FC236}">
                <a16:creationId xmlns:a16="http://schemas.microsoft.com/office/drawing/2014/main" id="{60EFB0B1-9DF9-4934-83A5-E9CE167482B4}"/>
              </a:ext>
            </a:extLst>
          </p:cNvPr>
          <p:cNvSpPr>
            <a:spLocks xmlns:a="http://schemas.openxmlformats.org/drawingml/2006/main" noGrp="1"/>
          </p:cNvSpPr>
          <p:nvPr/>
        </p:nvSpPr>
        <p:spPr>
          <a:xfrm xmlns:a="http://schemas.openxmlformats.org/drawingml/2006/main">
            <a:off x="523875" y="5331714"/>
            <a:ext cx="9644063" cy="73990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292929"/>
                </a:solidFill>
                <a:latin typeface="KoPubDotum"/>
                <a:ea typeface="KoPubDotum"/>
                <a:cs typeface="KoPubDotum"/>
              </a:defRPr>
            </a:defPPr>
          </a:lstStyle>
          <a:p xmlns:a="http://schemas.openxmlformats.org/drawingml/2006/main">
            <a:pPr algn="l">
              <a:lnSpc>
                <a:spcPct val="116000"/>
              </a:lnSpc>
              <a:buNone/>
              <a:defRPr sz="1950" b="0">
                <a:solidFill>
                  <a:srgbClr val="292929"/>
                </a:solidFill>
                <a:latin typeface="KoPubDotum"/>
                <a:ea typeface="KoPubDotum"/>
                <a:cs typeface="KoPubDotum"/>
              </a:defRPr>
            </a:pPr>
            <a:r>
              <a:rPr sz="1950" b="0">
                <a:solidFill>
                  <a:srgbClr val="292929"/>
                </a:solidFill>
                <a:latin typeface="KoPubDotum"/>
                <a:ea typeface="KoPubDotum"/>
                <a:cs typeface="KoPubDotum"/>
              </a:rPr>
              <a:t>공식 자료 링크는 공통 매뉴얼 25~26쪽에 모아 두었습니다.</a:t>
            </a:r>
          </a:p>
          <a:p xmlns:a="http://schemas.openxmlformats.org/drawingml/2006/main">
            <a:pPr algn="l">
              <a:lnSpc>
                <a:spcPct val="116000"/>
              </a:lnSpc>
              <a:buNone/>
              <a:defRPr sz="1950" b="0">
                <a:solidFill>
                  <a:srgbClr val="292929"/>
                </a:solidFill>
                <a:latin typeface="KoPubDotum"/>
                <a:ea typeface="KoPubDotum"/>
                <a:cs typeface="KoPubDotum"/>
              </a:defRPr>
            </a:pPr>
            <a:r>
              <a:rPr sz="1950" b="0">
                <a:solidFill>
                  <a:srgbClr val="292929"/>
                </a:solidFill>
                <a:latin typeface="KoPubDotum"/>
                <a:ea typeface="KoPubDotum"/>
                <a:cs typeface="KoPubDotum"/>
              </a:rPr>
              <a:t>조립 설명서와 예제 코드는 수업 전날 미리 열어 봅니다.</a:t>
            </a:r>
          </a:p>
        </p:txBody>
      </p:sp>
    </p:spTree>
    <p:extLst>
      <p:ext uri="{BB962C8B-B14F-4D97-AF65-F5344CB8AC3E}">
        <p14:creationId xmlns:p14="http://schemas.microsoft.com/office/powerpoint/2010/main" val="1403347501"/>
      </p:ext>
    </p:extLst>
  </p:cSld>
</p:sld>
</file>

<file path=ppt/theme/theme1.xml><?xml version="1.0" encoding="utf-8"?>
<a:theme xmlns:a="http://schemas.openxmlformats.org/drawingml/2006/main" name="1_Office 테마">
  <a:themeElements>
    <a:clrScheme name="Office 테마">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사용자 지정 1">
      <a:majorFont>
        <a:latin typeface="KoPubDotum"/>
        <a:ea typeface="KoPubDotum"/>
        <a:cs typeface=""/>
      </a:majorFont>
      <a:minorFont>
        <a:latin typeface="KoPubDotum"/>
        <a:ea typeface="KoPubDotum"/>
        <a:cs typeface=""/>
      </a:minorFont>
    </a:fontScheme>
    <a:fmtScheme name="Office 테마">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2026-10-10T07:02:58.6910000Z</dcterms:created>
  <dcterms:modified xsi:type="dcterms:W3CDTF">2026-10-10T07:02:58.6910000Z</dcterms:modified>
</coreProperties>
</file>